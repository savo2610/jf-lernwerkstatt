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8C37FD8-DC68-8D49-8D60-72DD96F31161}" v="9" dt="2026-08-28T18:33:12.40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>
      <p:cViewPr varScale="1">
        <p:scale>
          <a:sx n="127" d="100"/>
          <a:sy n="127" d="100"/>
        </p:scale>
        <p:origin x="57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544937F-1D96-4C81-8935-BFB126ADC7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3C4B1974-B244-4B57-9E61-34CDB18B94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03A2275-AB76-44F6-92C6-AE9F45CE00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B84331-D38C-4262-A701-7C625ACEB78C}" type="datetimeFigureOut">
              <a:rPr lang="de-DE" smtClean="0"/>
              <a:t>28.08.26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D5626BE-8E2C-40DB-B7B5-C2D0D3738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6E736B2-97B2-4DFC-8E64-3B8607137A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57BB9-F179-4DA7-A190-E0087F4649A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251564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3E8D8CA-3CAD-42DA-B2D5-89E3768B9E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CA39C3F-F908-439C-ADBA-17C20E434D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47D895C-9F67-4BFD-8F84-A475DF2267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B84331-D38C-4262-A701-7C625ACEB78C}" type="datetimeFigureOut">
              <a:rPr lang="de-DE" smtClean="0"/>
              <a:t>28.08.26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DCAAD82-B5FC-44C5-BC17-F564C486FF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C45A06B-B0AC-46BF-A9A4-8638092F26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57BB9-F179-4DA7-A190-E0087F4649A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752666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E1B7BCC-5878-42E6-9BAB-867E7A3863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FEE9C04D-CA58-4363-B721-76B6A01606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09119B4-37DF-4E28-A078-9DC28E49A8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B84331-D38C-4262-A701-7C625ACEB78C}" type="datetimeFigureOut">
              <a:rPr lang="de-DE" smtClean="0"/>
              <a:t>28.08.26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96AF06E-1D95-41B6-9443-7A3A6D27EA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D006802-937E-4569-958B-A1FA0DF582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57BB9-F179-4DA7-A190-E0087F4649A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933280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6BB4F6F-B944-4517-9B25-6B02C0D465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9750643-7AF1-4928-98E0-6F7BCF544C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B92298E1-A5A2-48DF-96A5-E7FDD13D90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3FC66A57-6357-445D-9544-9EAF45465D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B84331-D38C-4262-A701-7C625ACEB78C}" type="datetimeFigureOut">
              <a:rPr lang="de-DE" smtClean="0"/>
              <a:t>28.08.26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7944E02C-B2FD-4DE8-8C4C-8DB49CF75F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CDF8EC93-2962-4D36-94DE-A4E86FC41B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57BB9-F179-4DA7-A190-E0087F4649A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94247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A719D06-A6D4-4946-86F4-7F5E69B9DB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5FA466E-6F9B-44DE-83AC-66E28D52AA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38F392E9-F12F-4F11-B394-65C8A46DB6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B29A932F-ED56-4A69-BA72-881A1319C9B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C3BBF7DC-5EE6-4F55-9661-BDA09F76768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A114B5AB-49E0-47C8-B100-0D740C95E0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B84331-D38C-4262-A701-7C625ACEB78C}" type="datetimeFigureOut">
              <a:rPr lang="de-DE" smtClean="0"/>
              <a:t>28.08.26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9B952955-8719-4F16-B772-C2A5FAF855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02B8D052-DB1D-4018-8964-E56628E696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57BB9-F179-4DA7-A190-E0087F4649A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863135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03B043F-02BC-4650-AC61-89F50E9A30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D54BB93E-4FEC-4CE7-BC02-0B8265B9F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B84331-D38C-4262-A701-7C625ACEB78C}" type="datetimeFigureOut">
              <a:rPr lang="de-DE" smtClean="0"/>
              <a:t>28.08.26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145A622-CA46-437A-8F34-F95B304857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8F179B49-4536-42D1-B0DE-07EF206120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57BB9-F179-4DA7-A190-E0087F4649A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843072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A6A3F8BF-0A00-4A56-BC02-FDDEDD3952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B84331-D38C-4262-A701-7C625ACEB78C}" type="datetimeFigureOut">
              <a:rPr lang="de-DE" smtClean="0"/>
              <a:t>28.08.26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E0D38FF0-36D0-4FF0-A582-C5B3693C1C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7724ED83-4E21-452B-815F-5F7D809444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57BB9-F179-4DA7-A190-E0087F4649A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326396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39C7D3A-1F68-4B5F-BF60-63F982D577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056EF82-196E-4D3C-98DA-05C090CA54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48E06B70-4FE8-4C70-B4A2-A507270FCB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5A10ECB8-F976-4BA9-B25D-DBFD1E3A9D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B84331-D38C-4262-A701-7C625ACEB78C}" type="datetimeFigureOut">
              <a:rPr lang="de-DE" smtClean="0"/>
              <a:t>28.08.26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FF9D395E-7F09-4B72-B7BF-EB0ADDCDCB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47FC3990-A8EF-4888-B5F8-7DF8305C5A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57BB9-F179-4DA7-A190-E0087F4649A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161743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43A9099-91D3-47D6-85FE-966C5E29AC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B6340B79-60FC-4F17-9912-D384C1E34D2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9C6E3DD8-196A-4702-9BED-DC659D8D44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592B4607-E4EF-4713-BCB0-2F23E1563E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B84331-D38C-4262-A701-7C625ACEB78C}" type="datetimeFigureOut">
              <a:rPr lang="de-DE" smtClean="0"/>
              <a:t>28.08.26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D572B8D-C451-465F-ACA5-F5AAF72BB2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54B5B5E3-CDDB-4DF5-96E4-CADA54FAFB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57BB9-F179-4DA7-A190-E0087F4649A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757269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34C922E-2BC9-4DF9-BE07-39511C5545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B132B3FD-8B66-4D71-A6B6-CF6D8232B1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F74B1B5-6765-4510-BE0A-A325427A96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B84331-D38C-4262-A701-7C625ACEB78C}" type="datetimeFigureOut">
              <a:rPr lang="de-DE" smtClean="0"/>
              <a:t>28.08.26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22768D1-7B19-4D26-A14D-BF83FAEA2A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1C6886D-4701-4546-ACA4-0FE34463A1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57BB9-F179-4DA7-A190-E0087F4649A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041901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1E6C951F-9A85-40BE-8934-27A17E3FC92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8D3C26AC-26CF-4867-B5EE-9EFF3FE5E3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E6D8D8D-FE0E-4E10-B9D6-20B066C98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B84331-D38C-4262-A701-7C625ACEB78C}" type="datetimeFigureOut">
              <a:rPr lang="de-DE" smtClean="0"/>
              <a:t>28.08.26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7E5CFBA-A1B1-48E1-8970-977CC56293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CA2632A-A538-44A0-AD58-7F9E277245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57BB9-F179-4DA7-A190-E0087F4649A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059474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6ADBD661-9DA3-487F-BA45-B3531B1FCF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EC9B45CC-EC1C-4DAC-967C-682F22F8BF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2FC581B-8FB7-428B-91D5-E0908BE74CC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B84331-D38C-4262-A701-7C625ACEB78C}" type="datetimeFigureOut">
              <a:rPr lang="de-DE" smtClean="0"/>
              <a:t>28.08.26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4EA1559-0BC8-471B-A5D2-6BA58ED36D7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D3A799F-1E6A-4D24-A144-7C3AAFF9F2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557BB9-F179-4DA7-A190-E0087F4649A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049949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9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1.png"/><Relationship Id="rId7" Type="http://schemas.openxmlformats.org/officeDocument/2006/relationships/image" Target="../media/image7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image" Target="../media/image6.png"/><Relationship Id="rId10" Type="http://schemas.openxmlformats.org/officeDocument/2006/relationships/image" Target="../media/image12.png"/><Relationship Id="rId4" Type="http://schemas.openxmlformats.org/officeDocument/2006/relationships/image" Target="../media/image5.png"/><Relationship Id="rId9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13" Type="http://schemas.openxmlformats.org/officeDocument/2006/relationships/image" Target="../media/image4.png"/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12" Type="http://schemas.openxmlformats.org/officeDocument/2006/relationships/image" Target="../media/image9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11" Type="http://schemas.openxmlformats.org/officeDocument/2006/relationships/image" Target="../media/image12.png"/><Relationship Id="rId5" Type="http://schemas.openxmlformats.org/officeDocument/2006/relationships/image" Target="../media/image7.png"/><Relationship Id="rId10" Type="http://schemas.openxmlformats.org/officeDocument/2006/relationships/image" Target="../media/image11.png"/><Relationship Id="rId4" Type="http://schemas.openxmlformats.org/officeDocument/2006/relationships/image" Target="../media/image13.png"/><Relationship Id="rId9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6.png"/><Relationship Id="rId7" Type="http://schemas.openxmlformats.org/officeDocument/2006/relationships/image" Target="../media/image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11" Type="http://schemas.openxmlformats.org/officeDocument/2006/relationships/image" Target="../media/image12.png"/><Relationship Id="rId5" Type="http://schemas.openxmlformats.org/officeDocument/2006/relationships/image" Target="../media/image7.png"/><Relationship Id="rId10" Type="http://schemas.openxmlformats.org/officeDocument/2006/relationships/image" Target="../media/image11.png"/><Relationship Id="rId4" Type="http://schemas.openxmlformats.org/officeDocument/2006/relationships/image" Target="../media/image13.png"/><Relationship Id="rId9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0DBF1ABE-8590-450D-BB49-BDDCCF3EEA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pic>
        <p:nvPicPr>
          <p:cNvPr id="5" name="Picture 4" descr="Ein Bild, das Farbigkeit, Grafiken, Grün, Grafikdesign enthält.&#10;&#10;KI-generierte Inhalte können fehlerhaft sein.">
            <a:extLst>
              <a:ext uri="{FF2B5EF4-FFF2-40B4-BE49-F238E27FC236}">
                <a16:creationId xmlns:a16="http://schemas.microsoft.com/office/drawing/2014/main" id="{119A3B02-6694-40F7-A8A4-6B26B51CD2E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8623" r="-1" b="7086"/>
          <a:stretch>
            <a:fillRect/>
          </a:stretch>
        </p:blipFill>
        <p:spPr>
          <a:xfrm>
            <a:off x="1524" y="10"/>
            <a:ext cx="12188952" cy="6857990"/>
          </a:xfrm>
          <a:prstGeom prst="rect">
            <a:avLst/>
          </a:prstGeom>
        </p:spPr>
      </p:pic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6DD4703-FD80-4610-ACE9-01DCD86D8C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967853" y="0"/>
            <a:ext cx="10256294" cy="6858000"/>
          </a:xfrm>
          <a:custGeom>
            <a:avLst/>
            <a:gdLst>
              <a:gd name="connsiteX0" fmla="*/ 8218354 w 9841377"/>
              <a:gd name="connsiteY0" fmla="*/ 0 h 6858000"/>
              <a:gd name="connsiteX1" fmla="*/ 5551962 w 9841377"/>
              <a:gd name="connsiteY1" fmla="*/ 0 h 6858000"/>
              <a:gd name="connsiteX2" fmla="*/ 5482342 w 9841377"/>
              <a:gd name="connsiteY2" fmla="*/ 0 h 6858000"/>
              <a:gd name="connsiteX3" fmla="*/ 4359035 w 9841377"/>
              <a:gd name="connsiteY3" fmla="*/ 0 h 6858000"/>
              <a:gd name="connsiteX4" fmla="*/ 4289415 w 9841377"/>
              <a:gd name="connsiteY4" fmla="*/ 0 h 6858000"/>
              <a:gd name="connsiteX5" fmla="*/ 1623023 w 9841377"/>
              <a:gd name="connsiteY5" fmla="*/ 0 h 6858000"/>
              <a:gd name="connsiteX6" fmla="*/ 1600899 w 9841377"/>
              <a:gd name="connsiteY6" fmla="*/ 14997 h 6858000"/>
              <a:gd name="connsiteX7" fmla="*/ 0 w 9841377"/>
              <a:gd name="connsiteY7" fmla="*/ 3621656 h 6858000"/>
              <a:gd name="connsiteX8" fmla="*/ 1874350 w 9841377"/>
              <a:gd name="connsiteY8" fmla="*/ 6374814 h 6858000"/>
              <a:gd name="connsiteX9" fmla="*/ 2390998 w 9841377"/>
              <a:gd name="connsiteY9" fmla="*/ 6780599 h 6858000"/>
              <a:gd name="connsiteX10" fmla="*/ 2502754 w 9841377"/>
              <a:gd name="connsiteY10" fmla="*/ 6858000 h 6858000"/>
              <a:gd name="connsiteX11" fmla="*/ 4289415 w 9841377"/>
              <a:gd name="connsiteY11" fmla="*/ 6858000 h 6858000"/>
              <a:gd name="connsiteX12" fmla="*/ 4359035 w 9841377"/>
              <a:gd name="connsiteY12" fmla="*/ 6858000 h 6858000"/>
              <a:gd name="connsiteX13" fmla="*/ 5482342 w 9841377"/>
              <a:gd name="connsiteY13" fmla="*/ 6858000 h 6858000"/>
              <a:gd name="connsiteX14" fmla="*/ 5551962 w 9841377"/>
              <a:gd name="connsiteY14" fmla="*/ 6858000 h 6858000"/>
              <a:gd name="connsiteX15" fmla="*/ 7338623 w 9841377"/>
              <a:gd name="connsiteY15" fmla="*/ 6858000 h 6858000"/>
              <a:gd name="connsiteX16" fmla="*/ 7450379 w 9841377"/>
              <a:gd name="connsiteY16" fmla="*/ 6780599 h 6858000"/>
              <a:gd name="connsiteX17" fmla="*/ 7967027 w 9841377"/>
              <a:gd name="connsiteY17" fmla="*/ 6374814 h 6858000"/>
              <a:gd name="connsiteX18" fmla="*/ 9841377 w 9841377"/>
              <a:gd name="connsiteY18" fmla="*/ 3621656 h 6858000"/>
              <a:gd name="connsiteX19" fmla="*/ 8240478 w 9841377"/>
              <a:gd name="connsiteY19" fmla="*/ 14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9841377" h="6858000">
                <a:moveTo>
                  <a:pt x="8218354" y="0"/>
                </a:moveTo>
                <a:lnTo>
                  <a:pt x="5551962" y="0"/>
                </a:lnTo>
                <a:lnTo>
                  <a:pt x="5482342" y="0"/>
                </a:lnTo>
                <a:lnTo>
                  <a:pt x="4359035" y="0"/>
                </a:lnTo>
                <a:lnTo>
                  <a:pt x="4289415" y="0"/>
                </a:lnTo>
                <a:lnTo>
                  <a:pt x="1623023" y="0"/>
                </a:lnTo>
                <a:lnTo>
                  <a:pt x="1600899" y="14997"/>
                </a:lnTo>
                <a:cubicBezTo>
                  <a:pt x="573736" y="754641"/>
                  <a:pt x="0" y="2093192"/>
                  <a:pt x="0" y="3621656"/>
                </a:cubicBezTo>
                <a:cubicBezTo>
                  <a:pt x="0" y="4969131"/>
                  <a:pt x="928725" y="5602839"/>
                  <a:pt x="1874350" y="6374814"/>
                </a:cubicBezTo>
                <a:cubicBezTo>
                  <a:pt x="2046553" y="6515397"/>
                  <a:pt x="2217180" y="6653108"/>
                  <a:pt x="2390998" y="6780599"/>
                </a:cubicBezTo>
                <a:lnTo>
                  <a:pt x="2502754" y="6858000"/>
                </a:lnTo>
                <a:lnTo>
                  <a:pt x="4289415" y="6858000"/>
                </a:lnTo>
                <a:lnTo>
                  <a:pt x="4359035" y="6858000"/>
                </a:lnTo>
                <a:lnTo>
                  <a:pt x="5482342" y="6858000"/>
                </a:lnTo>
                <a:lnTo>
                  <a:pt x="5551962" y="6858000"/>
                </a:lnTo>
                <a:lnTo>
                  <a:pt x="7338623" y="6858000"/>
                </a:lnTo>
                <a:lnTo>
                  <a:pt x="7450379" y="6780599"/>
                </a:lnTo>
                <a:cubicBezTo>
                  <a:pt x="7624197" y="6653108"/>
                  <a:pt x="7794824" y="6515397"/>
                  <a:pt x="7967027" y="6374814"/>
                </a:cubicBezTo>
                <a:cubicBezTo>
                  <a:pt x="8912652" y="5602839"/>
                  <a:pt x="9841377" y="4969131"/>
                  <a:pt x="9841377" y="3621656"/>
                </a:cubicBezTo>
                <a:cubicBezTo>
                  <a:pt x="9841377" y="2093192"/>
                  <a:pt x="9267641" y="754641"/>
                  <a:pt x="8240478" y="14997"/>
                </a:cubicBezTo>
                <a:close/>
              </a:path>
            </a:pathLst>
          </a:custGeom>
          <a:solidFill>
            <a:srgbClr val="FFFFF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9CEFCBC2-6F82-4011-8D8D-90F43DCB1D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108571" y="0"/>
            <a:ext cx="9958950" cy="6858000"/>
          </a:xfrm>
          <a:custGeom>
            <a:avLst/>
            <a:gdLst>
              <a:gd name="connsiteX0" fmla="*/ 7551973 w 9174595"/>
              <a:gd name="connsiteY0" fmla="*/ 0 h 6858000"/>
              <a:gd name="connsiteX1" fmla="*/ 5634635 w 9174595"/>
              <a:gd name="connsiteY1" fmla="*/ 0 h 6858000"/>
              <a:gd name="connsiteX2" fmla="*/ 5550590 w 9174595"/>
              <a:gd name="connsiteY2" fmla="*/ 0 h 6858000"/>
              <a:gd name="connsiteX3" fmla="*/ 5480986 w 9174595"/>
              <a:gd name="connsiteY3" fmla="*/ 0 h 6858000"/>
              <a:gd name="connsiteX4" fmla="*/ 4886240 w 9174595"/>
              <a:gd name="connsiteY4" fmla="*/ 0 h 6858000"/>
              <a:gd name="connsiteX5" fmla="*/ 4816638 w 9174595"/>
              <a:gd name="connsiteY5" fmla="*/ 0 h 6858000"/>
              <a:gd name="connsiteX6" fmla="*/ 4357958 w 9174595"/>
              <a:gd name="connsiteY6" fmla="*/ 0 h 6858000"/>
              <a:gd name="connsiteX7" fmla="*/ 4288354 w 9174595"/>
              <a:gd name="connsiteY7" fmla="*/ 0 h 6858000"/>
              <a:gd name="connsiteX8" fmla="*/ 3693608 w 9174595"/>
              <a:gd name="connsiteY8" fmla="*/ 0 h 6858000"/>
              <a:gd name="connsiteX9" fmla="*/ 3624006 w 9174595"/>
              <a:gd name="connsiteY9" fmla="*/ 0 h 6858000"/>
              <a:gd name="connsiteX10" fmla="*/ 3276448 w 9174595"/>
              <a:gd name="connsiteY10" fmla="*/ 0 h 6858000"/>
              <a:gd name="connsiteX11" fmla="*/ 1622622 w 9174595"/>
              <a:gd name="connsiteY11" fmla="*/ 0 h 6858000"/>
              <a:gd name="connsiteX12" fmla="*/ 1600504 w 9174595"/>
              <a:gd name="connsiteY12" fmla="*/ 14997 h 6858000"/>
              <a:gd name="connsiteX13" fmla="*/ 0 w 9174595"/>
              <a:gd name="connsiteY13" fmla="*/ 3621656 h 6858000"/>
              <a:gd name="connsiteX14" fmla="*/ 1873886 w 9174595"/>
              <a:gd name="connsiteY14" fmla="*/ 6374814 h 6858000"/>
              <a:gd name="connsiteX15" fmla="*/ 2390406 w 9174595"/>
              <a:gd name="connsiteY15" fmla="*/ 6780599 h 6858000"/>
              <a:gd name="connsiteX16" fmla="*/ 2502136 w 9174595"/>
              <a:gd name="connsiteY16" fmla="*/ 6858000 h 6858000"/>
              <a:gd name="connsiteX17" fmla="*/ 3276448 w 9174595"/>
              <a:gd name="connsiteY17" fmla="*/ 6858000 h 6858000"/>
              <a:gd name="connsiteX18" fmla="*/ 3624006 w 9174595"/>
              <a:gd name="connsiteY18" fmla="*/ 6858000 h 6858000"/>
              <a:gd name="connsiteX19" fmla="*/ 3693608 w 9174595"/>
              <a:gd name="connsiteY19" fmla="*/ 6858000 h 6858000"/>
              <a:gd name="connsiteX20" fmla="*/ 4288354 w 9174595"/>
              <a:gd name="connsiteY20" fmla="*/ 6858000 h 6858000"/>
              <a:gd name="connsiteX21" fmla="*/ 4357958 w 9174595"/>
              <a:gd name="connsiteY21" fmla="*/ 6858000 h 6858000"/>
              <a:gd name="connsiteX22" fmla="*/ 4816638 w 9174595"/>
              <a:gd name="connsiteY22" fmla="*/ 6858000 h 6858000"/>
              <a:gd name="connsiteX23" fmla="*/ 4886240 w 9174595"/>
              <a:gd name="connsiteY23" fmla="*/ 6858000 h 6858000"/>
              <a:gd name="connsiteX24" fmla="*/ 5480986 w 9174595"/>
              <a:gd name="connsiteY24" fmla="*/ 6858000 h 6858000"/>
              <a:gd name="connsiteX25" fmla="*/ 5550590 w 9174595"/>
              <a:gd name="connsiteY25" fmla="*/ 6858000 h 6858000"/>
              <a:gd name="connsiteX26" fmla="*/ 5634635 w 9174595"/>
              <a:gd name="connsiteY26" fmla="*/ 6858000 h 6858000"/>
              <a:gd name="connsiteX27" fmla="*/ 6672460 w 9174595"/>
              <a:gd name="connsiteY27" fmla="*/ 6858000 h 6858000"/>
              <a:gd name="connsiteX28" fmla="*/ 6784188 w 9174595"/>
              <a:gd name="connsiteY28" fmla="*/ 6780599 h 6858000"/>
              <a:gd name="connsiteX29" fmla="*/ 7300708 w 9174595"/>
              <a:gd name="connsiteY29" fmla="*/ 6374814 h 6858000"/>
              <a:gd name="connsiteX30" fmla="*/ 9174595 w 9174595"/>
              <a:gd name="connsiteY30" fmla="*/ 3621656 h 6858000"/>
              <a:gd name="connsiteX31" fmla="*/ 7574092 w 9174595"/>
              <a:gd name="connsiteY31" fmla="*/ 14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9174595" h="6858000">
                <a:moveTo>
                  <a:pt x="7551973" y="0"/>
                </a:moveTo>
                <a:lnTo>
                  <a:pt x="5634635" y="0"/>
                </a:lnTo>
                <a:lnTo>
                  <a:pt x="5550590" y="0"/>
                </a:lnTo>
                <a:lnTo>
                  <a:pt x="5480986" y="0"/>
                </a:lnTo>
                <a:lnTo>
                  <a:pt x="4886240" y="0"/>
                </a:lnTo>
                <a:lnTo>
                  <a:pt x="4816638" y="0"/>
                </a:lnTo>
                <a:lnTo>
                  <a:pt x="4357958" y="0"/>
                </a:lnTo>
                <a:lnTo>
                  <a:pt x="4288354" y="0"/>
                </a:lnTo>
                <a:lnTo>
                  <a:pt x="3693608" y="0"/>
                </a:lnTo>
                <a:lnTo>
                  <a:pt x="3624006" y="0"/>
                </a:lnTo>
                <a:lnTo>
                  <a:pt x="3276448" y="0"/>
                </a:lnTo>
                <a:lnTo>
                  <a:pt x="1622622" y="0"/>
                </a:lnTo>
                <a:lnTo>
                  <a:pt x="1600504" y="14997"/>
                </a:lnTo>
                <a:cubicBezTo>
                  <a:pt x="573594" y="754641"/>
                  <a:pt x="0" y="2093192"/>
                  <a:pt x="0" y="3621656"/>
                </a:cubicBezTo>
                <a:cubicBezTo>
                  <a:pt x="0" y="4969131"/>
                  <a:pt x="928496" y="5602839"/>
                  <a:pt x="1873886" y="6374814"/>
                </a:cubicBezTo>
                <a:cubicBezTo>
                  <a:pt x="2046046" y="6515397"/>
                  <a:pt x="2216632" y="6653108"/>
                  <a:pt x="2390406" y="6780599"/>
                </a:cubicBezTo>
                <a:lnTo>
                  <a:pt x="2502136" y="6858000"/>
                </a:lnTo>
                <a:lnTo>
                  <a:pt x="3276448" y="6858000"/>
                </a:lnTo>
                <a:lnTo>
                  <a:pt x="3624006" y="6858000"/>
                </a:lnTo>
                <a:lnTo>
                  <a:pt x="3693608" y="6858000"/>
                </a:lnTo>
                <a:lnTo>
                  <a:pt x="4288354" y="6858000"/>
                </a:lnTo>
                <a:lnTo>
                  <a:pt x="4357958" y="6858000"/>
                </a:lnTo>
                <a:lnTo>
                  <a:pt x="4816638" y="6858000"/>
                </a:lnTo>
                <a:lnTo>
                  <a:pt x="4886240" y="6858000"/>
                </a:lnTo>
                <a:lnTo>
                  <a:pt x="5480986" y="6858000"/>
                </a:lnTo>
                <a:lnTo>
                  <a:pt x="5550590" y="6858000"/>
                </a:lnTo>
                <a:lnTo>
                  <a:pt x="5634635" y="6858000"/>
                </a:lnTo>
                <a:lnTo>
                  <a:pt x="6672460" y="6858000"/>
                </a:lnTo>
                <a:lnTo>
                  <a:pt x="6784188" y="6780599"/>
                </a:lnTo>
                <a:cubicBezTo>
                  <a:pt x="6957963" y="6653108"/>
                  <a:pt x="7128548" y="6515397"/>
                  <a:pt x="7300708" y="6374814"/>
                </a:cubicBezTo>
                <a:cubicBezTo>
                  <a:pt x="8246100" y="5602839"/>
                  <a:pt x="9174595" y="4969131"/>
                  <a:pt x="9174595" y="3621656"/>
                </a:cubicBezTo>
                <a:cubicBezTo>
                  <a:pt x="9174595" y="2093192"/>
                  <a:pt x="8601001" y="754641"/>
                  <a:pt x="7574092" y="14997"/>
                </a:cubicBezTo>
                <a:close/>
              </a:path>
            </a:pathLst>
          </a:cu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2E9DED9E-DE30-402A-B9D1-AC3C24025A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08673" y="-35602"/>
            <a:ext cx="2486322" cy="6858000"/>
          </a:xfrm>
          <a:custGeom>
            <a:avLst/>
            <a:gdLst>
              <a:gd name="connsiteX0" fmla="*/ 879731 w 2521425"/>
              <a:gd name="connsiteY0" fmla="*/ 0 h 6858000"/>
              <a:gd name="connsiteX1" fmla="*/ 898402 w 2521425"/>
              <a:gd name="connsiteY1" fmla="*/ 0 h 6858000"/>
              <a:gd name="connsiteX2" fmla="*/ 920526 w 2521425"/>
              <a:gd name="connsiteY2" fmla="*/ 14997 h 6858000"/>
              <a:gd name="connsiteX3" fmla="*/ 2521425 w 2521425"/>
              <a:gd name="connsiteY3" fmla="*/ 3621656 h 6858000"/>
              <a:gd name="connsiteX4" fmla="*/ 647075 w 2521425"/>
              <a:gd name="connsiteY4" fmla="*/ 6374814 h 6858000"/>
              <a:gd name="connsiteX5" fmla="*/ 130427 w 2521425"/>
              <a:gd name="connsiteY5" fmla="*/ 6780599 h 6858000"/>
              <a:gd name="connsiteX6" fmla="*/ 18671 w 2521425"/>
              <a:gd name="connsiteY6" fmla="*/ 6858000 h 6858000"/>
              <a:gd name="connsiteX7" fmla="*/ 0 w 2521425"/>
              <a:gd name="connsiteY7" fmla="*/ 6858000 h 6858000"/>
              <a:gd name="connsiteX8" fmla="*/ 111756 w 2521425"/>
              <a:gd name="connsiteY8" fmla="*/ 6780599 h 6858000"/>
              <a:gd name="connsiteX9" fmla="*/ 628404 w 2521425"/>
              <a:gd name="connsiteY9" fmla="*/ 6374814 h 6858000"/>
              <a:gd name="connsiteX10" fmla="*/ 2502754 w 2521425"/>
              <a:gd name="connsiteY10" fmla="*/ 3621656 h 6858000"/>
              <a:gd name="connsiteX11" fmla="*/ 901855 w 2521425"/>
              <a:gd name="connsiteY11" fmla="*/ 14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21425" h="6858000">
                <a:moveTo>
                  <a:pt x="879731" y="0"/>
                </a:moveTo>
                <a:lnTo>
                  <a:pt x="898402" y="0"/>
                </a:lnTo>
                <a:lnTo>
                  <a:pt x="920526" y="14997"/>
                </a:lnTo>
                <a:cubicBezTo>
                  <a:pt x="1947689" y="754641"/>
                  <a:pt x="2521425" y="2093192"/>
                  <a:pt x="2521425" y="3621656"/>
                </a:cubicBezTo>
                <a:cubicBezTo>
                  <a:pt x="2521425" y="4969131"/>
                  <a:pt x="1592700" y="5602839"/>
                  <a:pt x="647075" y="6374814"/>
                </a:cubicBezTo>
                <a:cubicBezTo>
                  <a:pt x="474872" y="6515397"/>
                  <a:pt x="304245" y="6653108"/>
                  <a:pt x="130427" y="6780599"/>
                </a:cubicBezTo>
                <a:lnTo>
                  <a:pt x="18671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rgbClr val="FFFFFF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5CCB7C65-BA06-49C5-8D3C-51F97B409D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975235" y="-35602"/>
            <a:ext cx="2486322" cy="6858000"/>
          </a:xfrm>
          <a:custGeom>
            <a:avLst/>
            <a:gdLst>
              <a:gd name="connsiteX0" fmla="*/ 879731 w 2521425"/>
              <a:gd name="connsiteY0" fmla="*/ 0 h 6858000"/>
              <a:gd name="connsiteX1" fmla="*/ 898402 w 2521425"/>
              <a:gd name="connsiteY1" fmla="*/ 0 h 6858000"/>
              <a:gd name="connsiteX2" fmla="*/ 920526 w 2521425"/>
              <a:gd name="connsiteY2" fmla="*/ 14997 h 6858000"/>
              <a:gd name="connsiteX3" fmla="*/ 2521425 w 2521425"/>
              <a:gd name="connsiteY3" fmla="*/ 3621656 h 6858000"/>
              <a:gd name="connsiteX4" fmla="*/ 647075 w 2521425"/>
              <a:gd name="connsiteY4" fmla="*/ 6374814 h 6858000"/>
              <a:gd name="connsiteX5" fmla="*/ 130427 w 2521425"/>
              <a:gd name="connsiteY5" fmla="*/ 6780599 h 6858000"/>
              <a:gd name="connsiteX6" fmla="*/ 18671 w 2521425"/>
              <a:gd name="connsiteY6" fmla="*/ 6858000 h 6858000"/>
              <a:gd name="connsiteX7" fmla="*/ 0 w 2521425"/>
              <a:gd name="connsiteY7" fmla="*/ 6858000 h 6858000"/>
              <a:gd name="connsiteX8" fmla="*/ 111756 w 2521425"/>
              <a:gd name="connsiteY8" fmla="*/ 6780599 h 6858000"/>
              <a:gd name="connsiteX9" fmla="*/ 628404 w 2521425"/>
              <a:gd name="connsiteY9" fmla="*/ 6374814 h 6858000"/>
              <a:gd name="connsiteX10" fmla="*/ 2502754 w 2521425"/>
              <a:gd name="connsiteY10" fmla="*/ 3621656 h 6858000"/>
              <a:gd name="connsiteX11" fmla="*/ 901855 w 2521425"/>
              <a:gd name="connsiteY11" fmla="*/ 14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21425" h="6858000">
                <a:moveTo>
                  <a:pt x="879731" y="0"/>
                </a:moveTo>
                <a:lnTo>
                  <a:pt x="898402" y="0"/>
                </a:lnTo>
                <a:lnTo>
                  <a:pt x="920526" y="14997"/>
                </a:lnTo>
                <a:cubicBezTo>
                  <a:pt x="1947689" y="754641"/>
                  <a:pt x="2521425" y="2093192"/>
                  <a:pt x="2521425" y="3621656"/>
                </a:cubicBezTo>
                <a:cubicBezTo>
                  <a:pt x="2521425" y="4969131"/>
                  <a:pt x="1592700" y="5602839"/>
                  <a:pt x="647075" y="6374814"/>
                </a:cubicBezTo>
                <a:cubicBezTo>
                  <a:pt x="474872" y="6515397"/>
                  <a:pt x="304245" y="6653108"/>
                  <a:pt x="130427" y="6780599"/>
                </a:cubicBezTo>
                <a:lnTo>
                  <a:pt x="18671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rgbClr val="FFFFFF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C8EE026-0930-49B3-B6AD-3F1B63928D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90750" y="1346268"/>
            <a:ext cx="7810500" cy="2661189"/>
          </a:xfrm>
        </p:spPr>
        <p:txBody>
          <a:bodyPr anchor="b">
            <a:normAutofit/>
          </a:bodyPr>
          <a:lstStyle/>
          <a:p>
            <a:r>
              <a:rPr lang="de-DE"/>
              <a:t>Feuerwehr-Dienstvorschrift 3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4C2DA6F3-4C14-43B1-90D1-2452AF6D10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19375" y="4214191"/>
            <a:ext cx="6953250" cy="1360919"/>
          </a:xfrm>
        </p:spPr>
        <p:txBody>
          <a:bodyPr anchor="t">
            <a:normAutofit/>
          </a:bodyPr>
          <a:lstStyle/>
          <a:p>
            <a:r>
              <a:rPr lang="de-DE"/>
              <a:t>Einheiten im Lösch und Hilfeleistungseinsatz</a:t>
            </a:r>
          </a:p>
        </p:txBody>
      </p:sp>
    </p:spTree>
    <p:extLst>
      <p:ext uri="{BB962C8B-B14F-4D97-AF65-F5344CB8AC3E}">
        <p14:creationId xmlns:p14="http://schemas.microsoft.com/office/powerpoint/2010/main" val="21413763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967647F-9C2D-4D8A-B55E-09D833A133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Taktische Einheit</a:t>
            </a: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F1BCEEF5-6516-4100-BF5F-78DA464F0658}"/>
              </a:ext>
            </a:extLst>
          </p:cNvPr>
          <p:cNvSpPr txBox="1"/>
          <p:nvPr/>
        </p:nvSpPr>
        <p:spPr>
          <a:xfrm>
            <a:off x="838199" y="3942608"/>
            <a:ext cx="7438902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dirty="0"/>
              <a:t>Es gibt folgende taktische Einheiten: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de-DE" sz="2800" dirty="0"/>
              <a:t>Selbstständiger Trupp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de-DE" sz="2800" dirty="0"/>
              <a:t>Staffel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de-DE" sz="2800" dirty="0"/>
              <a:t>Gruppe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de-DE" sz="2800" dirty="0"/>
              <a:t>Zug</a:t>
            </a:r>
          </a:p>
        </p:txBody>
      </p:sp>
      <p:grpSp>
        <p:nvGrpSpPr>
          <p:cNvPr id="30" name="Gruppieren 29">
            <a:extLst>
              <a:ext uri="{FF2B5EF4-FFF2-40B4-BE49-F238E27FC236}">
                <a16:creationId xmlns:a16="http://schemas.microsoft.com/office/drawing/2014/main" id="{85FD118C-4008-4057-9AF0-13F82834320E}"/>
              </a:ext>
            </a:extLst>
          </p:cNvPr>
          <p:cNvGrpSpPr/>
          <p:nvPr/>
        </p:nvGrpSpPr>
        <p:grpSpPr>
          <a:xfrm>
            <a:off x="1167324" y="1357456"/>
            <a:ext cx="5985891" cy="2429326"/>
            <a:chOff x="1375869" y="3330308"/>
            <a:chExt cx="5985891" cy="2429326"/>
          </a:xfrm>
        </p:grpSpPr>
        <p:grpSp>
          <p:nvGrpSpPr>
            <p:cNvPr id="31" name="Gruppieren">
              <a:extLst>
                <a:ext uri="{FF2B5EF4-FFF2-40B4-BE49-F238E27FC236}">
                  <a16:creationId xmlns:a16="http://schemas.microsoft.com/office/drawing/2014/main" id="{50451020-644B-4996-AFB4-5CD05CAA4B55}"/>
                </a:ext>
              </a:extLst>
            </p:cNvPr>
            <p:cNvGrpSpPr/>
            <p:nvPr/>
          </p:nvGrpSpPr>
          <p:grpSpPr>
            <a:xfrm>
              <a:off x="1375869" y="3966177"/>
              <a:ext cx="1202369" cy="1793457"/>
              <a:chOff x="0" y="0"/>
              <a:chExt cx="1202367" cy="1793455"/>
            </a:xfrm>
          </p:grpSpPr>
          <p:sp>
            <p:nvSpPr>
              <p:cNvPr id="36" name="Mensch">
                <a:extLst>
                  <a:ext uri="{FF2B5EF4-FFF2-40B4-BE49-F238E27FC236}">
                    <a16:creationId xmlns:a16="http://schemas.microsoft.com/office/drawing/2014/main" id="{0C11FC57-947F-4F72-9EDB-E32CD759255B}"/>
                  </a:ext>
                </a:extLst>
              </p:cNvPr>
              <p:cNvSpPr/>
              <p:nvPr/>
            </p:nvSpPr>
            <p:spPr>
              <a:xfrm>
                <a:off x="0" y="0"/>
                <a:ext cx="249868" cy="63639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545" h="21537" extrusionOk="0">
                    <a:moveTo>
                      <a:pt x="10757" y="0"/>
                    </a:moveTo>
                    <a:cubicBezTo>
                      <a:pt x="9439" y="5"/>
                      <a:pt x="8698" y="263"/>
                      <a:pt x="8424" y="635"/>
                    </a:cubicBezTo>
                    <a:cubicBezTo>
                      <a:pt x="8300" y="812"/>
                      <a:pt x="8288" y="1023"/>
                      <a:pt x="8329" y="1249"/>
                    </a:cubicBezTo>
                    <a:cubicBezTo>
                      <a:pt x="8261" y="1249"/>
                      <a:pt x="8177" y="1249"/>
                      <a:pt x="8081" y="1249"/>
                    </a:cubicBezTo>
                    <a:cubicBezTo>
                      <a:pt x="7641" y="1260"/>
                      <a:pt x="7973" y="1654"/>
                      <a:pt x="8261" y="1885"/>
                    </a:cubicBezTo>
                    <a:cubicBezTo>
                      <a:pt x="8316" y="1934"/>
                      <a:pt x="8450" y="1923"/>
                      <a:pt x="8505" y="1917"/>
                    </a:cubicBezTo>
                    <a:cubicBezTo>
                      <a:pt x="8643" y="2311"/>
                      <a:pt x="8768" y="2428"/>
                      <a:pt x="9166" y="2601"/>
                    </a:cubicBezTo>
                    <a:lnTo>
                      <a:pt x="9166" y="2789"/>
                    </a:lnTo>
                    <a:cubicBezTo>
                      <a:pt x="9152" y="3032"/>
                      <a:pt x="8698" y="3329"/>
                      <a:pt x="8149" y="3442"/>
                    </a:cubicBezTo>
                    <a:cubicBezTo>
                      <a:pt x="7943" y="3485"/>
                      <a:pt x="7630" y="3511"/>
                      <a:pt x="7630" y="3511"/>
                    </a:cubicBezTo>
                    <a:cubicBezTo>
                      <a:pt x="5270" y="3657"/>
                      <a:pt x="4499" y="3991"/>
                      <a:pt x="4306" y="4799"/>
                    </a:cubicBezTo>
                    <a:cubicBezTo>
                      <a:pt x="4210" y="5165"/>
                      <a:pt x="4197" y="5989"/>
                      <a:pt x="3963" y="6716"/>
                    </a:cubicBezTo>
                    <a:cubicBezTo>
                      <a:pt x="3922" y="6835"/>
                      <a:pt x="3870" y="6948"/>
                      <a:pt x="3787" y="7067"/>
                    </a:cubicBezTo>
                    <a:cubicBezTo>
                      <a:pt x="3609" y="7331"/>
                      <a:pt x="3266" y="7880"/>
                      <a:pt x="3170" y="8279"/>
                    </a:cubicBezTo>
                    <a:cubicBezTo>
                      <a:pt x="2964" y="9178"/>
                      <a:pt x="2744" y="9534"/>
                      <a:pt x="2565" y="10208"/>
                    </a:cubicBezTo>
                    <a:cubicBezTo>
                      <a:pt x="2551" y="10272"/>
                      <a:pt x="2484" y="10391"/>
                      <a:pt x="2484" y="10391"/>
                    </a:cubicBezTo>
                    <a:cubicBezTo>
                      <a:pt x="2305" y="10693"/>
                      <a:pt x="1877" y="10784"/>
                      <a:pt x="1493" y="10913"/>
                    </a:cubicBezTo>
                    <a:cubicBezTo>
                      <a:pt x="916" y="11107"/>
                      <a:pt x="671" y="11462"/>
                      <a:pt x="95" y="11672"/>
                    </a:cubicBezTo>
                    <a:cubicBezTo>
                      <a:pt x="53" y="11683"/>
                      <a:pt x="27" y="11705"/>
                      <a:pt x="13" y="11721"/>
                    </a:cubicBezTo>
                    <a:cubicBezTo>
                      <a:pt x="-28" y="11759"/>
                      <a:pt x="12" y="11802"/>
                      <a:pt x="301" y="11797"/>
                    </a:cubicBezTo>
                    <a:cubicBezTo>
                      <a:pt x="740" y="11786"/>
                      <a:pt x="1289" y="11467"/>
                      <a:pt x="1399" y="11489"/>
                    </a:cubicBezTo>
                    <a:cubicBezTo>
                      <a:pt x="1481" y="11505"/>
                      <a:pt x="1451" y="11516"/>
                      <a:pt x="1437" y="11613"/>
                    </a:cubicBezTo>
                    <a:cubicBezTo>
                      <a:pt x="1355" y="11856"/>
                      <a:pt x="1080" y="12297"/>
                      <a:pt x="1025" y="12377"/>
                    </a:cubicBezTo>
                    <a:cubicBezTo>
                      <a:pt x="1012" y="12388"/>
                      <a:pt x="1013" y="12405"/>
                      <a:pt x="1000" y="12416"/>
                    </a:cubicBezTo>
                    <a:lnTo>
                      <a:pt x="905" y="12561"/>
                    </a:lnTo>
                    <a:cubicBezTo>
                      <a:pt x="878" y="12604"/>
                      <a:pt x="916" y="12654"/>
                      <a:pt x="1012" y="12680"/>
                    </a:cubicBezTo>
                    <a:cubicBezTo>
                      <a:pt x="1054" y="12691"/>
                      <a:pt x="1096" y="12691"/>
                      <a:pt x="1137" y="12691"/>
                    </a:cubicBezTo>
                    <a:cubicBezTo>
                      <a:pt x="1247" y="12691"/>
                      <a:pt x="1358" y="12663"/>
                      <a:pt x="1386" y="12615"/>
                    </a:cubicBezTo>
                    <a:lnTo>
                      <a:pt x="1493" y="12458"/>
                    </a:lnTo>
                    <a:cubicBezTo>
                      <a:pt x="1548" y="12399"/>
                      <a:pt x="1629" y="12308"/>
                      <a:pt x="1712" y="12206"/>
                    </a:cubicBezTo>
                    <a:cubicBezTo>
                      <a:pt x="1794" y="12109"/>
                      <a:pt x="1891" y="11995"/>
                      <a:pt x="1973" y="11888"/>
                    </a:cubicBezTo>
                    <a:cubicBezTo>
                      <a:pt x="1987" y="11888"/>
                      <a:pt x="1990" y="11888"/>
                      <a:pt x="2003" y="11888"/>
                    </a:cubicBezTo>
                    <a:cubicBezTo>
                      <a:pt x="1893" y="12103"/>
                      <a:pt x="1726" y="12449"/>
                      <a:pt x="1630" y="12627"/>
                    </a:cubicBezTo>
                    <a:lnTo>
                      <a:pt x="1574" y="12717"/>
                    </a:lnTo>
                    <a:cubicBezTo>
                      <a:pt x="1561" y="12744"/>
                      <a:pt x="1577" y="12767"/>
                      <a:pt x="1604" y="12788"/>
                    </a:cubicBezTo>
                    <a:cubicBezTo>
                      <a:pt x="1618" y="12820"/>
                      <a:pt x="1660" y="12837"/>
                      <a:pt x="1729" y="12842"/>
                    </a:cubicBezTo>
                    <a:cubicBezTo>
                      <a:pt x="1839" y="12853"/>
                      <a:pt x="1905" y="12847"/>
                      <a:pt x="1973" y="12820"/>
                    </a:cubicBezTo>
                    <a:cubicBezTo>
                      <a:pt x="2028" y="12809"/>
                      <a:pt x="2057" y="12788"/>
                      <a:pt x="2085" y="12761"/>
                    </a:cubicBezTo>
                    <a:lnTo>
                      <a:pt x="2179" y="12610"/>
                    </a:lnTo>
                    <a:cubicBezTo>
                      <a:pt x="2303" y="12427"/>
                      <a:pt x="2480" y="12157"/>
                      <a:pt x="2604" y="11973"/>
                    </a:cubicBezTo>
                    <a:cubicBezTo>
                      <a:pt x="2617" y="11968"/>
                      <a:pt x="2634" y="11975"/>
                      <a:pt x="2634" y="11980"/>
                    </a:cubicBezTo>
                    <a:cubicBezTo>
                      <a:pt x="2620" y="12045"/>
                      <a:pt x="2605" y="12114"/>
                      <a:pt x="2578" y="12184"/>
                    </a:cubicBezTo>
                    <a:lnTo>
                      <a:pt x="2428" y="12642"/>
                    </a:lnTo>
                    <a:cubicBezTo>
                      <a:pt x="2414" y="12696"/>
                      <a:pt x="2496" y="12749"/>
                      <a:pt x="2634" y="12755"/>
                    </a:cubicBezTo>
                    <a:cubicBezTo>
                      <a:pt x="2647" y="12755"/>
                      <a:pt x="2659" y="12755"/>
                      <a:pt x="2672" y="12755"/>
                    </a:cubicBezTo>
                    <a:cubicBezTo>
                      <a:pt x="2796" y="12755"/>
                      <a:pt x="2907" y="12717"/>
                      <a:pt x="2921" y="12669"/>
                    </a:cubicBezTo>
                    <a:lnTo>
                      <a:pt x="3003" y="12438"/>
                    </a:lnTo>
                    <a:cubicBezTo>
                      <a:pt x="3085" y="12282"/>
                      <a:pt x="3208" y="12066"/>
                      <a:pt x="3290" y="11904"/>
                    </a:cubicBezTo>
                    <a:cubicBezTo>
                      <a:pt x="3304" y="11894"/>
                      <a:pt x="3333" y="11899"/>
                      <a:pt x="3333" y="11909"/>
                    </a:cubicBezTo>
                    <a:cubicBezTo>
                      <a:pt x="3319" y="12006"/>
                      <a:pt x="3321" y="12115"/>
                      <a:pt x="3307" y="12223"/>
                    </a:cubicBezTo>
                    <a:cubicBezTo>
                      <a:pt x="3307" y="12239"/>
                      <a:pt x="3304" y="12260"/>
                      <a:pt x="3290" y="12276"/>
                    </a:cubicBezTo>
                    <a:lnTo>
                      <a:pt x="3264" y="12399"/>
                    </a:lnTo>
                    <a:cubicBezTo>
                      <a:pt x="3250" y="12442"/>
                      <a:pt x="3347" y="12487"/>
                      <a:pt x="3457" y="12492"/>
                    </a:cubicBezTo>
                    <a:cubicBezTo>
                      <a:pt x="3457" y="12492"/>
                      <a:pt x="3470" y="12492"/>
                      <a:pt x="3470" y="12492"/>
                    </a:cubicBezTo>
                    <a:cubicBezTo>
                      <a:pt x="3580" y="12492"/>
                      <a:pt x="3676" y="12459"/>
                      <a:pt x="3676" y="12416"/>
                    </a:cubicBezTo>
                    <a:lnTo>
                      <a:pt x="3702" y="12313"/>
                    </a:lnTo>
                    <a:cubicBezTo>
                      <a:pt x="3702" y="12303"/>
                      <a:pt x="3719" y="12292"/>
                      <a:pt x="3719" y="12281"/>
                    </a:cubicBezTo>
                    <a:cubicBezTo>
                      <a:pt x="3829" y="11748"/>
                      <a:pt x="3895" y="11834"/>
                      <a:pt x="3963" y="11591"/>
                    </a:cubicBezTo>
                    <a:cubicBezTo>
                      <a:pt x="4032" y="11317"/>
                      <a:pt x="4128" y="11097"/>
                      <a:pt x="4032" y="10822"/>
                    </a:cubicBezTo>
                    <a:cubicBezTo>
                      <a:pt x="4032" y="10806"/>
                      <a:pt x="4018" y="10789"/>
                      <a:pt x="4032" y="10773"/>
                    </a:cubicBezTo>
                    <a:cubicBezTo>
                      <a:pt x="4073" y="10622"/>
                      <a:pt x="4293" y="10422"/>
                      <a:pt x="4581" y="10034"/>
                    </a:cubicBezTo>
                    <a:cubicBezTo>
                      <a:pt x="5377" y="8919"/>
                      <a:pt x="5610" y="8640"/>
                      <a:pt x="6091" y="7348"/>
                    </a:cubicBezTo>
                    <a:lnTo>
                      <a:pt x="6327" y="6748"/>
                    </a:lnTo>
                    <a:cubicBezTo>
                      <a:pt x="6340" y="6716"/>
                      <a:pt x="6463" y="6716"/>
                      <a:pt x="6477" y="6748"/>
                    </a:cubicBezTo>
                    <a:cubicBezTo>
                      <a:pt x="6490" y="6808"/>
                      <a:pt x="6501" y="6868"/>
                      <a:pt x="6515" y="6922"/>
                    </a:cubicBezTo>
                    <a:cubicBezTo>
                      <a:pt x="6803" y="7929"/>
                      <a:pt x="6447" y="8661"/>
                      <a:pt x="6447" y="8661"/>
                    </a:cubicBezTo>
                    <a:cubicBezTo>
                      <a:pt x="5966" y="9975"/>
                      <a:pt x="5760" y="10762"/>
                      <a:pt x="6035" y="12238"/>
                    </a:cubicBezTo>
                    <a:cubicBezTo>
                      <a:pt x="6117" y="12690"/>
                      <a:pt x="6297" y="13246"/>
                      <a:pt x="6421" y="13655"/>
                    </a:cubicBezTo>
                    <a:cubicBezTo>
                      <a:pt x="6503" y="13914"/>
                      <a:pt x="6544" y="14172"/>
                      <a:pt x="6558" y="14436"/>
                    </a:cubicBezTo>
                    <a:cubicBezTo>
                      <a:pt x="6599" y="16758"/>
                      <a:pt x="6968" y="17237"/>
                      <a:pt x="7819" y="19607"/>
                    </a:cubicBezTo>
                    <a:cubicBezTo>
                      <a:pt x="7956" y="19984"/>
                      <a:pt x="7809" y="20189"/>
                      <a:pt x="7699" y="20313"/>
                    </a:cubicBezTo>
                    <a:cubicBezTo>
                      <a:pt x="7589" y="20436"/>
                      <a:pt x="6517" y="20958"/>
                      <a:pt x="6215" y="21104"/>
                    </a:cubicBezTo>
                    <a:cubicBezTo>
                      <a:pt x="6037" y="21190"/>
                      <a:pt x="5500" y="21336"/>
                      <a:pt x="5898" y="21417"/>
                    </a:cubicBezTo>
                    <a:cubicBezTo>
                      <a:pt x="6776" y="21600"/>
                      <a:pt x="8203" y="21595"/>
                      <a:pt x="9123" y="21245"/>
                    </a:cubicBezTo>
                    <a:cubicBezTo>
                      <a:pt x="9356" y="21154"/>
                      <a:pt x="9331" y="21002"/>
                      <a:pt x="9496" y="20900"/>
                    </a:cubicBezTo>
                    <a:cubicBezTo>
                      <a:pt x="9661" y="20803"/>
                      <a:pt x="9837" y="20764"/>
                      <a:pt x="10015" y="20619"/>
                    </a:cubicBezTo>
                    <a:cubicBezTo>
                      <a:pt x="10207" y="20474"/>
                      <a:pt x="9920" y="20108"/>
                      <a:pt x="9865" y="19580"/>
                    </a:cubicBezTo>
                    <a:cubicBezTo>
                      <a:pt x="9837" y="19349"/>
                      <a:pt x="9894" y="18583"/>
                      <a:pt x="9976" y="17867"/>
                    </a:cubicBezTo>
                    <a:cubicBezTo>
                      <a:pt x="10141" y="16466"/>
                      <a:pt x="10512" y="16407"/>
                      <a:pt x="10320" y="14554"/>
                    </a:cubicBezTo>
                    <a:cubicBezTo>
                      <a:pt x="10320" y="14554"/>
                      <a:pt x="10416" y="14059"/>
                      <a:pt x="10513" y="13386"/>
                    </a:cubicBezTo>
                    <a:cubicBezTo>
                      <a:pt x="10567" y="12998"/>
                      <a:pt x="10663" y="12325"/>
                      <a:pt x="10718" y="11904"/>
                    </a:cubicBezTo>
                    <a:cubicBezTo>
                      <a:pt x="10718" y="11883"/>
                      <a:pt x="10800" y="11883"/>
                      <a:pt x="10800" y="11904"/>
                    </a:cubicBezTo>
                    <a:cubicBezTo>
                      <a:pt x="10869" y="12325"/>
                      <a:pt x="10951" y="12998"/>
                      <a:pt x="11006" y="13386"/>
                    </a:cubicBezTo>
                    <a:cubicBezTo>
                      <a:pt x="11102" y="14054"/>
                      <a:pt x="11199" y="14554"/>
                      <a:pt x="11199" y="14554"/>
                    </a:cubicBezTo>
                    <a:cubicBezTo>
                      <a:pt x="11007" y="16407"/>
                      <a:pt x="11377" y="16461"/>
                      <a:pt x="11542" y="17867"/>
                    </a:cubicBezTo>
                    <a:cubicBezTo>
                      <a:pt x="11624" y="18583"/>
                      <a:pt x="11677" y="19349"/>
                      <a:pt x="11649" y="19580"/>
                    </a:cubicBezTo>
                    <a:cubicBezTo>
                      <a:pt x="11594" y="20114"/>
                      <a:pt x="11307" y="20474"/>
                      <a:pt x="11499" y="20619"/>
                    </a:cubicBezTo>
                    <a:cubicBezTo>
                      <a:pt x="11677" y="20759"/>
                      <a:pt x="11858" y="20798"/>
                      <a:pt x="12022" y="20900"/>
                    </a:cubicBezTo>
                    <a:cubicBezTo>
                      <a:pt x="12187" y="20997"/>
                      <a:pt x="12158" y="21154"/>
                      <a:pt x="12391" y="21245"/>
                    </a:cubicBezTo>
                    <a:cubicBezTo>
                      <a:pt x="13311" y="21595"/>
                      <a:pt x="14738" y="21600"/>
                      <a:pt x="15616" y="21417"/>
                    </a:cubicBezTo>
                    <a:cubicBezTo>
                      <a:pt x="16014" y="21331"/>
                      <a:pt x="15491" y="21190"/>
                      <a:pt x="15299" y="21104"/>
                    </a:cubicBezTo>
                    <a:cubicBezTo>
                      <a:pt x="14997" y="20953"/>
                      <a:pt x="13915" y="20436"/>
                      <a:pt x="13819" y="20313"/>
                    </a:cubicBezTo>
                    <a:cubicBezTo>
                      <a:pt x="13710" y="20189"/>
                      <a:pt x="13558" y="19984"/>
                      <a:pt x="13695" y="19607"/>
                    </a:cubicBezTo>
                    <a:cubicBezTo>
                      <a:pt x="14560" y="17237"/>
                      <a:pt x="14928" y="16758"/>
                      <a:pt x="14956" y="14436"/>
                    </a:cubicBezTo>
                    <a:cubicBezTo>
                      <a:pt x="14956" y="14178"/>
                      <a:pt x="15011" y="13919"/>
                      <a:pt x="15093" y="13660"/>
                    </a:cubicBezTo>
                    <a:cubicBezTo>
                      <a:pt x="15230" y="13251"/>
                      <a:pt x="15411" y="12690"/>
                      <a:pt x="15479" y="12243"/>
                    </a:cubicBezTo>
                    <a:cubicBezTo>
                      <a:pt x="15712" y="10729"/>
                      <a:pt x="15548" y="9982"/>
                      <a:pt x="15067" y="8667"/>
                    </a:cubicBezTo>
                    <a:cubicBezTo>
                      <a:pt x="15067" y="8667"/>
                      <a:pt x="14724" y="7934"/>
                      <a:pt x="14999" y="6927"/>
                    </a:cubicBezTo>
                    <a:cubicBezTo>
                      <a:pt x="15012" y="6873"/>
                      <a:pt x="15028" y="6814"/>
                      <a:pt x="15042" y="6755"/>
                    </a:cubicBezTo>
                    <a:cubicBezTo>
                      <a:pt x="15055" y="6723"/>
                      <a:pt x="15178" y="6717"/>
                      <a:pt x="15192" y="6755"/>
                    </a:cubicBezTo>
                    <a:lnTo>
                      <a:pt x="15423" y="7353"/>
                    </a:lnTo>
                    <a:cubicBezTo>
                      <a:pt x="15904" y="8646"/>
                      <a:pt x="16137" y="8926"/>
                      <a:pt x="16933" y="10041"/>
                    </a:cubicBezTo>
                    <a:cubicBezTo>
                      <a:pt x="17221" y="10434"/>
                      <a:pt x="17441" y="10633"/>
                      <a:pt x="17482" y="10778"/>
                    </a:cubicBezTo>
                    <a:cubicBezTo>
                      <a:pt x="17482" y="10794"/>
                      <a:pt x="17482" y="10811"/>
                      <a:pt x="17482" y="10827"/>
                    </a:cubicBezTo>
                    <a:cubicBezTo>
                      <a:pt x="17386" y="11102"/>
                      <a:pt x="17468" y="11327"/>
                      <a:pt x="17551" y="11596"/>
                    </a:cubicBezTo>
                    <a:cubicBezTo>
                      <a:pt x="17619" y="11839"/>
                      <a:pt x="17690" y="11753"/>
                      <a:pt x="17799" y="12287"/>
                    </a:cubicBezTo>
                    <a:cubicBezTo>
                      <a:pt x="17799" y="12297"/>
                      <a:pt x="17799" y="12308"/>
                      <a:pt x="17812" y="12319"/>
                    </a:cubicBezTo>
                    <a:lnTo>
                      <a:pt x="17838" y="12421"/>
                    </a:lnTo>
                    <a:cubicBezTo>
                      <a:pt x="17852" y="12464"/>
                      <a:pt x="17934" y="12497"/>
                      <a:pt x="18044" y="12497"/>
                    </a:cubicBezTo>
                    <a:cubicBezTo>
                      <a:pt x="18044" y="12497"/>
                      <a:pt x="18061" y="12497"/>
                      <a:pt x="18061" y="12497"/>
                    </a:cubicBezTo>
                    <a:cubicBezTo>
                      <a:pt x="18171" y="12492"/>
                      <a:pt x="18263" y="12453"/>
                      <a:pt x="18250" y="12404"/>
                    </a:cubicBezTo>
                    <a:lnTo>
                      <a:pt x="18224" y="12281"/>
                    </a:lnTo>
                    <a:cubicBezTo>
                      <a:pt x="18224" y="12265"/>
                      <a:pt x="18225" y="12244"/>
                      <a:pt x="18211" y="12228"/>
                    </a:cubicBezTo>
                    <a:cubicBezTo>
                      <a:pt x="18197" y="12120"/>
                      <a:pt x="18195" y="12011"/>
                      <a:pt x="18181" y="11915"/>
                    </a:cubicBezTo>
                    <a:cubicBezTo>
                      <a:pt x="18181" y="11904"/>
                      <a:pt x="18210" y="11904"/>
                      <a:pt x="18224" y="11909"/>
                    </a:cubicBezTo>
                    <a:cubicBezTo>
                      <a:pt x="18306" y="12071"/>
                      <a:pt x="18429" y="12292"/>
                      <a:pt x="18511" y="12443"/>
                    </a:cubicBezTo>
                    <a:lnTo>
                      <a:pt x="18593" y="12674"/>
                    </a:lnTo>
                    <a:cubicBezTo>
                      <a:pt x="18607" y="12722"/>
                      <a:pt x="18718" y="12761"/>
                      <a:pt x="18842" y="12761"/>
                    </a:cubicBezTo>
                    <a:cubicBezTo>
                      <a:pt x="18855" y="12761"/>
                      <a:pt x="18871" y="12761"/>
                      <a:pt x="18885" y="12761"/>
                    </a:cubicBezTo>
                    <a:cubicBezTo>
                      <a:pt x="19022" y="12750"/>
                      <a:pt x="19104" y="12701"/>
                      <a:pt x="19090" y="12647"/>
                    </a:cubicBezTo>
                    <a:lnTo>
                      <a:pt x="18936" y="12189"/>
                    </a:lnTo>
                    <a:cubicBezTo>
                      <a:pt x="18922" y="12119"/>
                      <a:pt x="18912" y="12044"/>
                      <a:pt x="18885" y="11985"/>
                    </a:cubicBezTo>
                    <a:cubicBezTo>
                      <a:pt x="18885" y="11980"/>
                      <a:pt x="18897" y="11980"/>
                      <a:pt x="18910" y="11980"/>
                    </a:cubicBezTo>
                    <a:cubicBezTo>
                      <a:pt x="19034" y="12163"/>
                      <a:pt x="19198" y="12432"/>
                      <a:pt x="19335" y="12615"/>
                    </a:cubicBezTo>
                    <a:lnTo>
                      <a:pt x="19434" y="12766"/>
                    </a:lnTo>
                    <a:cubicBezTo>
                      <a:pt x="19447" y="12793"/>
                      <a:pt x="19486" y="12809"/>
                      <a:pt x="19541" y="12825"/>
                    </a:cubicBezTo>
                    <a:cubicBezTo>
                      <a:pt x="19596" y="12852"/>
                      <a:pt x="19680" y="12858"/>
                      <a:pt x="19790" y="12847"/>
                    </a:cubicBezTo>
                    <a:cubicBezTo>
                      <a:pt x="19858" y="12842"/>
                      <a:pt x="19900" y="12820"/>
                      <a:pt x="19914" y="12793"/>
                    </a:cubicBezTo>
                    <a:cubicBezTo>
                      <a:pt x="19941" y="12772"/>
                      <a:pt x="19953" y="12744"/>
                      <a:pt x="19940" y="12723"/>
                    </a:cubicBezTo>
                    <a:lnTo>
                      <a:pt x="19884" y="12632"/>
                    </a:lnTo>
                    <a:cubicBezTo>
                      <a:pt x="19788" y="12459"/>
                      <a:pt x="19625" y="12108"/>
                      <a:pt x="19515" y="11893"/>
                    </a:cubicBezTo>
                    <a:cubicBezTo>
                      <a:pt x="19529" y="11893"/>
                      <a:pt x="19527" y="11893"/>
                      <a:pt x="19541" y="11893"/>
                    </a:cubicBezTo>
                    <a:cubicBezTo>
                      <a:pt x="19623" y="12000"/>
                      <a:pt x="19720" y="12108"/>
                      <a:pt x="19802" y="12211"/>
                    </a:cubicBezTo>
                    <a:cubicBezTo>
                      <a:pt x="19885" y="12313"/>
                      <a:pt x="19966" y="12406"/>
                      <a:pt x="20021" y="12465"/>
                    </a:cubicBezTo>
                    <a:lnTo>
                      <a:pt x="20133" y="12620"/>
                    </a:lnTo>
                    <a:cubicBezTo>
                      <a:pt x="20160" y="12663"/>
                      <a:pt x="20267" y="12696"/>
                      <a:pt x="20377" y="12696"/>
                    </a:cubicBezTo>
                    <a:cubicBezTo>
                      <a:pt x="20418" y="12696"/>
                      <a:pt x="20460" y="12691"/>
                      <a:pt x="20501" y="12685"/>
                    </a:cubicBezTo>
                    <a:cubicBezTo>
                      <a:pt x="20598" y="12664"/>
                      <a:pt x="20654" y="12614"/>
                      <a:pt x="20613" y="12566"/>
                    </a:cubicBezTo>
                    <a:lnTo>
                      <a:pt x="20514" y="12421"/>
                    </a:lnTo>
                    <a:cubicBezTo>
                      <a:pt x="20501" y="12410"/>
                      <a:pt x="20502" y="12395"/>
                      <a:pt x="20489" y="12384"/>
                    </a:cubicBezTo>
                    <a:cubicBezTo>
                      <a:pt x="20434" y="12303"/>
                      <a:pt x="20159" y="11861"/>
                      <a:pt x="20077" y="11618"/>
                    </a:cubicBezTo>
                    <a:cubicBezTo>
                      <a:pt x="20063" y="11521"/>
                      <a:pt x="20037" y="11512"/>
                      <a:pt x="20120" y="11495"/>
                    </a:cubicBezTo>
                    <a:cubicBezTo>
                      <a:pt x="20230" y="11468"/>
                      <a:pt x="20792" y="11791"/>
                      <a:pt x="21218" y="11802"/>
                    </a:cubicBezTo>
                    <a:cubicBezTo>
                      <a:pt x="21533" y="11802"/>
                      <a:pt x="21572" y="11759"/>
                      <a:pt x="21531" y="11721"/>
                    </a:cubicBezTo>
                    <a:cubicBezTo>
                      <a:pt x="21517" y="11705"/>
                      <a:pt x="21491" y="11683"/>
                      <a:pt x="21449" y="11672"/>
                    </a:cubicBezTo>
                    <a:cubicBezTo>
                      <a:pt x="20873" y="11462"/>
                      <a:pt x="20628" y="11107"/>
                      <a:pt x="20051" y="10913"/>
                    </a:cubicBezTo>
                    <a:cubicBezTo>
                      <a:pt x="19667" y="10784"/>
                      <a:pt x="19239" y="10693"/>
                      <a:pt x="19060" y="10391"/>
                    </a:cubicBezTo>
                    <a:cubicBezTo>
                      <a:pt x="19060" y="10391"/>
                      <a:pt x="18993" y="10278"/>
                      <a:pt x="18979" y="10208"/>
                    </a:cubicBezTo>
                    <a:cubicBezTo>
                      <a:pt x="18800" y="9534"/>
                      <a:pt x="18580" y="9173"/>
                      <a:pt x="18374" y="8279"/>
                    </a:cubicBezTo>
                    <a:cubicBezTo>
                      <a:pt x="18278" y="7880"/>
                      <a:pt x="17935" y="7331"/>
                      <a:pt x="17757" y="7067"/>
                    </a:cubicBezTo>
                    <a:cubicBezTo>
                      <a:pt x="17674" y="6943"/>
                      <a:pt x="17608" y="6813"/>
                      <a:pt x="17581" y="6690"/>
                    </a:cubicBezTo>
                    <a:cubicBezTo>
                      <a:pt x="17361" y="5968"/>
                      <a:pt x="17334" y="5160"/>
                      <a:pt x="17238" y="4799"/>
                    </a:cubicBezTo>
                    <a:cubicBezTo>
                      <a:pt x="17045" y="3991"/>
                      <a:pt x="16274" y="3662"/>
                      <a:pt x="13914" y="3511"/>
                    </a:cubicBezTo>
                    <a:cubicBezTo>
                      <a:pt x="13914" y="3511"/>
                      <a:pt x="13601" y="3485"/>
                      <a:pt x="13395" y="3442"/>
                    </a:cubicBezTo>
                    <a:cubicBezTo>
                      <a:pt x="12846" y="3329"/>
                      <a:pt x="12392" y="3037"/>
                      <a:pt x="12378" y="2789"/>
                    </a:cubicBezTo>
                    <a:lnTo>
                      <a:pt x="12378" y="2601"/>
                    </a:lnTo>
                    <a:cubicBezTo>
                      <a:pt x="12763" y="2428"/>
                      <a:pt x="12897" y="2316"/>
                      <a:pt x="13034" y="1917"/>
                    </a:cubicBezTo>
                    <a:cubicBezTo>
                      <a:pt x="13089" y="1923"/>
                      <a:pt x="13228" y="1934"/>
                      <a:pt x="13283" y="1885"/>
                    </a:cubicBezTo>
                    <a:cubicBezTo>
                      <a:pt x="13585" y="1654"/>
                      <a:pt x="13903" y="1260"/>
                      <a:pt x="13463" y="1249"/>
                    </a:cubicBezTo>
                    <a:cubicBezTo>
                      <a:pt x="13367" y="1249"/>
                      <a:pt x="13283" y="1249"/>
                      <a:pt x="13215" y="1249"/>
                    </a:cubicBezTo>
                    <a:cubicBezTo>
                      <a:pt x="13256" y="1023"/>
                      <a:pt x="13257" y="812"/>
                      <a:pt x="13120" y="635"/>
                    </a:cubicBezTo>
                    <a:cubicBezTo>
                      <a:pt x="12846" y="263"/>
                      <a:pt x="12105" y="0"/>
                      <a:pt x="10787" y="0"/>
                    </a:cubicBezTo>
                    <a:cubicBezTo>
                      <a:pt x="10787" y="0"/>
                      <a:pt x="10770" y="0"/>
                      <a:pt x="10770" y="0"/>
                    </a:cubicBezTo>
                    <a:cubicBezTo>
                      <a:pt x="10770" y="0"/>
                      <a:pt x="10757" y="0"/>
                      <a:pt x="1075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254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endParaRPr/>
              </a:p>
            </p:txBody>
          </p:sp>
          <p:sp>
            <p:nvSpPr>
              <p:cNvPr id="37" name="Mensch">
                <a:extLst>
                  <a:ext uri="{FF2B5EF4-FFF2-40B4-BE49-F238E27FC236}">
                    <a16:creationId xmlns:a16="http://schemas.microsoft.com/office/drawing/2014/main" id="{798856E1-D49F-479E-9A80-39AD7224F44B}"/>
                  </a:ext>
                </a:extLst>
              </p:cNvPr>
              <p:cNvSpPr/>
              <p:nvPr/>
            </p:nvSpPr>
            <p:spPr>
              <a:xfrm>
                <a:off x="0" y="381000"/>
                <a:ext cx="249868" cy="63639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545" h="21537" extrusionOk="0">
                    <a:moveTo>
                      <a:pt x="10757" y="0"/>
                    </a:moveTo>
                    <a:cubicBezTo>
                      <a:pt x="9439" y="5"/>
                      <a:pt x="8698" y="263"/>
                      <a:pt x="8424" y="635"/>
                    </a:cubicBezTo>
                    <a:cubicBezTo>
                      <a:pt x="8300" y="812"/>
                      <a:pt x="8288" y="1023"/>
                      <a:pt x="8329" y="1249"/>
                    </a:cubicBezTo>
                    <a:cubicBezTo>
                      <a:pt x="8261" y="1249"/>
                      <a:pt x="8177" y="1249"/>
                      <a:pt x="8081" y="1249"/>
                    </a:cubicBezTo>
                    <a:cubicBezTo>
                      <a:pt x="7641" y="1260"/>
                      <a:pt x="7973" y="1654"/>
                      <a:pt x="8261" y="1885"/>
                    </a:cubicBezTo>
                    <a:cubicBezTo>
                      <a:pt x="8316" y="1934"/>
                      <a:pt x="8450" y="1923"/>
                      <a:pt x="8505" y="1917"/>
                    </a:cubicBezTo>
                    <a:cubicBezTo>
                      <a:pt x="8643" y="2311"/>
                      <a:pt x="8768" y="2428"/>
                      <a:pt x="9166" y="2601"/>
                    </a:cubicBezTo>
                    <a:lnTo>
                      <a:pt x="9166" y="2789"/>
                    </a:lnTo>
                    <a:cubicBezTo>
                      <a:pt x="9152" y="3032"/>
                      <a:pt x="8698" y="3329"/>
                      <a:pt x="8149" y="3442"/>
                    </a:cubicBezTo>
                    <a:cubicBezTo>
                      <a:pt x="7943" y="3485"/>
                      <a:pt x="7630" y="3511"/>
                      <a:pt x="7630" y="3511"/>
                    </a:cubicBezTo>
                    <a:cubicBezTo>
                      <a:pt x="5270" y="3657"/>
                      <a:pt x="4499" y="3991"/>
                      <a:pt x="4306" y="4799"/>
                    </a:cubicBezTo>
                    <a:cubicBezTo>
                      <a:pt x="4210" y="5165"/>
                      <a:pt x="4197" y="5989"/>
                      <a:pt x="3963" y="6716"/>
                    </a:cubicBezTo>
                    <a:cubicBezTo>
                      <a:pt x="3922" y="6835"/>
                      <a:pt x="3870" y="6948"/>
                      <a:pt x="3787" y="7067"/>
                    </a:cubicBezTo>
                    <a:cubicBezTo>
                      <a:pt x="3609" y="7331"/>
                      <a:pt x="3266" y="7880"/>
                      <a:pt x="3170" y="8279"/>
                    </a:cubicBezTo>
                    <a:cubicBezTo>
                      <a:pt x="2964" y="9178"/>
                      <a:pt x="2744" y="9534"/>
                      <a:pt x="2565" y="10208"/>
                    </a:cubicBezTo>
                    <a:cubicBezTo>
                      <a:pt x="2551" y="10272"/>
                      <a:pt x="2484" y="10391"/>
                      <a:pt x="2484" y="10391"/>
                    </a:cubicBezTo>
                    <a:cubicBezTo>
                      <a:pt x="2305" y="10693"/>
                      <a:pt x="1877" y="10784"/>
                      <a:pt x="1493" y="10913"/>
                    </a:cubicBezTo>
                    <a:cubicBezTo>
                      <a:pt x="916" y="11107"/>
                      <a:pt x="671" y="11462"/>
                      <a:pt x="95" y="11672"/>
                    </a:cubicBezTo>
                    <a:cubicBezTo>
                      <a:pt x="53" y="11683"/>
                      <a:pt x="27" y="11705"/>
                      <a:pt x="13" y="11721"/>
                    </a:cubicBezTo>
                    <a:cubicBezTo>
                      <a:pt x="-28" y="11759"/>
                      <a:pt x="12" y="11802"/>
                      <a:pt x="301" y="11797"/>
                    </a:cubicBezTo>
                    <a:cubicBezTo>
                      <a:pt x="740" y="11786"/>
                      <a:pt x="1289" y="11467"/>
                      <a:pt x="1399" y="11489"/>
                    </a:cubicBezTo>
                    <a:cubicBezTo>
                      <a:pt x="1481" y="11505"/>
                      <a:pt x="1451" y="11516"/>
                      <a:pt x="1437" y="11613"/>
                    </a:cubicBezTo>
                    <a:cubicBezTo>
                      <a:pt x="1355" y="11856"/>
                      <a:pt x="1080" y="12297"/>
                      <a:pt x="1025" y="12377"/>
                    </a:cubicBezTo>
                    <a:cubicBezTo>
                      <a:pt x="1012" y="12388"/>
                      <a:pt x="1013" y="12405"/>
                      <a:pt x="1000" y="12416"/>
                    </a:cubicBezTo>
                    <a:lnTo>
                      <a:pt x="905" y="12561"/>
                    </a:lnTo>
                    <a:cubicBezTo>
                      <a:pt x="878" y="12604"/>
                      <a:pt x="916" y="12654"/>
                      <a:pt x="1012" y="12680"/>
                    </a:cubicBezTo>
                    <a:cubicBezTo>
                      <a:pt x="1054" y="12691"/>
                      <a:pt x="1096" y="12691"/>
                      <a:pt x="1137" y="12691"/>
                    </a:cubicBezTo>
                    <a:cubicBezTo>
                      <a:pt x="1247" y="12691"/>
                      <a:pt x="1358" y="12663"/>
                      <a:pt x="1386" y="12615"/>
                    </a:cubicBezTo>
                    <a:lnTo>
                      <a:pt x="1493" y="12458"/>
                    </a:lnTo>
                    <a:cubicBezTo>
                      <a:pt x="1548" y="12399"/>
                      <a:pt x="1629" y="12308"/>
                      <a:pt x="1712" y="12206"/>
                    </a:cubicBezTo>
                    <a:cubicBezTo>
                      <a:pt x="1794" y="12109"/>
                      <a:pt x="1891" y="11995"/>
                      <a:pt x="1973" y="11888"/>
                    </a:cubicBezTo>
                    <a:cubicBezTo>
                      <a:pt x="1987" y="11888"/>
                      <a:pt x="1990" y="11888"/>
                      <a:pt x="2003" y="11888"/>
                    </a:cubicBezTo>
                    <a:cubicBezTo>
                      <a:pt x="1893" y="12103"/>
                      <a:pt x="1726" y="12449"/>
                      <a:pt x="1630" y="12627"/>
                    </a:cubicBezTo>
                    <a:lnTo>
                      <a:pt x="1574" y="12717"/>
                    </a:lnTo>
                    <a:cubicBezTo>
                      <a:pt x="1561" y="12744"/>
                      <a:pt x="1577" y="12767"/>
                      <a:pt x="1604" y="12788"/>
                    </a:cubicBezTo>
                    <a:cubicBezTo>
                      <a:pt x="1618" y="12820"/>
                      <a:pt x="1660" y="12837"/>
                      <a:pt x="1729" y="12842"/>
                    </a:cubicBezTo>
                    <a:cubicBezTo>
                      <a:pt x="1839" y="12853"/>
                      <a:pt x="1905" y="12847"/>
                      <a:pt x="1973" y="12820"/>
                    </a:cubicBezTo>
                    <a:cubicBezTo>
                      <a:pt x="2028" y="12809"/>
                      <a:pt x="2057" y="12788"/>
                      <a:pt x="2085" y="12761"/>
                    </a:cubicBezTo>
                    <a:lnTo>
                      <a:pt x="2179" y="12610"/>
                    </a:lnTo>
                    <a:cubicBezTo>
                      <a:pt x="2303" y="12427"/>
                      <a:pt x="2480" y="12157"/>
                      <a:pt x="2604" y="11973"/>
                    </a:cubicBezTo>
                    <a:cubicBezTo>
                      <a:pt x="2617" y="11968"/>
                      <a:pt x="2634" y="11975"/>
                      <a:pt x="2634" y="11980"/>
                    </a:cubicBezTo>
                    <a:cubicBezTo>
                      <a:pt x="2620" y="12045"/>
                      <a:pt x="2605" y="12114"/>
                      <a:pt x="2578" y="12184"/>
                    </a:cubicBezTo>
                    <a:lnTo>
                      <a:pt x="2428" y="12642"/>
                    </a:lnTo>
                    <a:cubicBezTo>
                      <a:pt x="2414" y="12696"/>
                      <a:pt x="2496" y="12749"/>
                      <a:pt x="2634" y="12755"/>
                    </a:cubicBezTo>
                    <a:cubicBezTo>
                      <a:pt x="2647" y="12755"/>
                      <a:pt x="2659" y="12755"/>
                      <a:pt x="2672" y="12755"/>
                    </a:cubicBezTo>
                    <a:cubicBezTo>
                      <a:pt x="2796" y="12755"/>
                      <a:pt x="2907" y="12717"/>
                      <a:pt x="2921" y="12669"/>
                    </a:cubicBezTo>
                    <a:lnTo>
                      <a:pt x="3003" y="12438"/>
                    </a:lnTo>
                    <a:cubicBezTo>
                      <a:pt x="3085" y="12282"/>
                      <a:pt x="3208" y="12066"/>
                      <a:pt x="3290" y="11904"/>
                    </a:cubicBezTo>
                    <a:cubicBezTo>
                      <a:pt x="3304" y="11894"/>
                      <a:pt x="3333" y="11899"/>
                      <a:pt x="3333" y="11909"/>
                    </a:cubicBezTo>
                    <a:cubicBezTo>
                      <a:pt x="3319" y="12006"/>
                      <a:pt x="3321" y="12115"/>
                      <a:pt x="3307" y="12223"/>
                    </a:cubicBezTo>
                    <a:cubicBezTo>
                      <a:pt x="3307" y="12239"/>
                      <a:pt x="3304" y="12260"/>
                      <a:pt x="3290" y="12276"/>
                    </a:cubicBezTo>
                    <a:lnTo>
                      <a:pt x="3264" y="12399"/>
                    </a:lnTo>
                    <a:cubicBezTo>
                      <a:pt x="3250" y="12442"/>
                      <a:pt x="3347" y="12487"/>
                      <a:pt x="3457" y="12492"/>
                    </a:cubicBezTo>
                    <a:cubicBezTo>
                      <a:pt x="3457" y="12492"/>
                      <a:pt x="3470" y="12492"/>
                      <a:pt x="3470" y="12492"/>
                    </a:cubicBezTo>
                    <a:cubicBezTo>
                      <a:pt x="3580" y="12492"/>
                      <a:pt x="3676" y="12459"/>
                      <a:pt x="3676" y="12416"/>
                    </a:cubicBezTo>
                    <a:lnTo>
                      <a:pt x="3702" y="12313"/>
                    </a:lnTo>
                    <a:cubicBezTo>
                      <a:pt x="3702" y="12303"/>
                      <a:pt x="3719" y="12292"/>
                      <a:pt x="3719" y="12281"/>
                    </a:cubicBezTo>
                    <a:cubicBezTo>
                      <a:pt x="3829" y="11748"/>
                      <a:pt x="3895" y="11834"/>
                      <a:pt x="3963" y="11591"/>
                    </a:cubicBezTo>
                    <a:cubicBezTo>
                      <a:pt x="4032" y="11317"/>
                      <a:pt x="4128" y="11097"/>
                      <a:pt x="4032" y="10822"/>
                    </a:cubicBezTo>
                    <a:cubicBezTo>
                      <a:pt x="4032" y="10806"/>
                      <a:pt x="4018" y="10789"/>
                      <a:pt x="4032" y="10773"/>
                    </a:cubicBezTo>
                    <a:cubicBezTo>
                      <a:pt x="4073" y="10622"/>
                      <a:pt x="4293" y="10422"/>
                      <a:pt x="4581" y="10034"/>
                    </a:cubicBezTo>
                    <a:cubicBezTo>
                      <a:pt x="5377" y="8919"/>
                      <a:pt x="5610" y="8640"/>
                      <a:pt x="6091" y="7348"/>
                    </a:cubicBezTo>
                    <a:lnTo>
                      <a:pt x="6327" y="6748"/>
                    </a:lnTo>
                    <a:cubicBezTo>
                      <a:pt x="6340" y="6716"/>
                      <a:pt x="6463" y="6716"/>
                      <a:pt x="6477" y="6748"/>
                    </a:cubicBezTo>
                    <a:cubicBezTo>
                      <a:pt x="6490" y="6808"/>
                      <a:pt x="6501" y="6868"/>
                      <a:pt x="6515" y="6922"/>
                    </a:cubicBezTo>
                    <a:cubicBezTo>
                      <a:pt x="6803" y="7929"/>
                      <a:pt x="6447" y="8661"/>
                      <a:pt x="6447" y="8661"/>
                    </a:cubicBezTo>
                    <a:cubicBezTo>
                      <a:pt x="5966" y="9975"/>
                      <a:pt x="5760" y="10762"/>
                      <a:pt x="6035" y="12238"/>
                    </a:cubicBezTo>
                    <a:cubicBezTo>
                      <a:pt x="6117" y="12690"/>
                      <a:pt x="6297" y="13246"/>
                      <a:pt x="6421" y="13655"/>
                    </a:cubicBezTo>
                    <a:cubicBezTo>
                      <a:pt x="6503" y="13914"/>
                      <a:pt x="6544" y="14172"/>
                      <a:pt x="6558" y="14436"/>
                    </a:cubicBezTo>
                    <a:cubicBezTo>
                      <a:pt x="6599" y="16758"/>
                      <a:pt x="6968" y="17237"/>
                      <a:pt x="7819" y="19607"/>
                    </a:cubicBezTo>
                    <a:cubicBezTo>
                      <a:pt x="7956" y="19984"/>
                      <a:pt x="7809" y="20189"/>
                      <a:pt x="7699" y="20313"/>
                    </a:cubicBezTo>
                    <a:cubicBezTo>
                      <a:pt x="7589" y="20436"/>
                      <a:pt x="6517" y="20958"/>
                      <a:pt x="6215" y="21104"/>
                    </a:cubicBezTo>
                    <a:cubicBezTo>
                      <a:pt x="6037" y="21190"/>
                      <a:pt x="5500" y="21336"/>
                      <a:pt x="5898" y="21417"/>
                    </a:cubicBezTo>
                    <a:cubicBezTo>
                      <a:pt x="6776" y="21600"/>
                      <a:pt x="8203" y="21595"/>
                      <a:pt x="9123" y="21245"/>
                    </a:cubicBezTo>
                    <a:cubicBezTo>
                      <a:pt x="9356" y="21154"/>
                      <a:pt x="9331" y="21002"/>
                      <a:pt x="9496" y="20900"/>
                    </a:cubicBezTo>
                    <a:cubicBezTo>
                      <a:pt x="9661" y="20803"/>
                      <a:pt x="9837" y="20764"/>
                      <a:pt x="10015" y="20619"/>
                    </a:cubicBezTo>
                    <a:cubicBezTo>
                      <a:pt x="10207" y="20474"/>
                      <a:pt x="9920" y="20108"/>
                      <a:pt x="9865" y="19580"/>
                    </a:cubicBezTo>
                    <a:cubicBezTo>
                      <a:pt x="9837" y="19349"/>
                      <a:pt x="9894" y="18583"/>
                      <a:pt x="9976" y="17867"/>
                    </a:cubicBezTo>
                    <a:cubicBezTo>
                      <a:pt x="10141" y="16466"/>
                      <a:pt x="10512" y="16407"/>
                      <a:pt x="10320" y="14554"/>
                    </a:cubicBezTo>
                    <a:cubicBezTo>
                      <a:pt x="10320" y="14554"/>
                      <a:pt x="10416" y="14059"/>
                      <a:pt x="10513" y="13386"/>
                    </a:cubicBezTo>
                    <a:cubicBezTo>
                      <a:pt x="10567" y="12998"/>
                      <a:pt x="10663" y="12325"/>
                      <a:pt x="10718" y="11904"/>
                    </a:cubicBezTo>
                    <a:cubicBezTo>
                      <a:pt x="10718" y="11883"/>
                      <a:pt x="10800" y="11883"/>
                      <a:pt x="10800" y="11904"/>
                    </a:cubicBezTo>
                    <a:cubicBezTo>
                      <a:pt x="10869" y="12325"/>
                      <a:pt x="10951" y="12998"/>
                      <a:pt x="11006" y="13386"/>
                    </a:cubicBezTo>
                    <a:cubicBezTo>
                      <a:pt x="11102" y="14054"/>
                      <a:pt x="11199" y="14554"/>
                      <a:pt x="11199" y="14554"/>
                    </a:cubicBezTo>
                    <a:cubicBezTo>
                      <a:pt x="11007" y="16407"/>
                      <a:pt x="11377" y="16461"/>
                      <a:pt x="11542" y="17867"/>
                    </a:cubicBezTo>
                    <a:cubicBezTo>
                      <a:pt x="11624" y="18583"/>
                      <a:pt x="11677" y="19349"/>
                      <a:pt x="11649" y="19580"/>
                    </a:cubicBezTo>
                    <a:cubicBezTo>
                      <a:pt x="11594" y="20114"/>
                      <a:pt x="11307" y="20474"/>
                      <a:pt x="11499" y="20619"/>
                    </a:cubicBezTo>
                    <a:cubicBezTo>
                      <a:pt x="11677" y="20759"/>
                      <a:pt x="11858" y="20798"/>
                      <a:pt x="12022" y="20900"/>
                    </a:cubicBezTo>
                    <a:cubicBezTo>
                      <a:pt x="12187" y="20997"/>
                      <a:pt x="12158" y="21154"/>
                      <a:pt x="12391" y="21245"/>
                    </a:cubicBezTo>
                    <a:cubicBezTo>
                      <a:pt x="13311" y="21595"/>
                      <a:pt x="14738" y="21600"/>
                      <a:pt x="15616" y="21417"/>
                    </a:cubicBezTo>
                    <a:cubicBezTo>
                      <a:pt x="16014" y="21331"/>
                      <a:pt x="15491" y="21190"/>
                      <a:pt x="15299" y="21104"/>
                    </a:cubicBezTo>
                    <a:cubicBezTo>
                      <a:pt x="14997" y="20953"/>
                      <a:pt x="13915" y="20436"/>
                      <a:pt x="13819" y="20313"/>
                    </a:cubicBezTo>
                    <a:cubicBezTo>
                      <a:pt x="13710" y="20189"/>
                      <a:pt x="13558" y="19984"/>
                      <a:pt x="13695" y="19607"/>
                    </a:cubicBezTo>
                    <a:cubicBezTo>
                      <a:pt x="14560" y="17237"/>
                      <a:pt x="14928" y="16758"/>
                      <a:pt x="14956" y="14436"/>
                    </a:cubicBezTo>
                    <a:cubicBezTo>
                      <a:pt x="14956" y="14178"/>
                      <a:pt x="15011" y="13919"/>
                      <a:pt x="15093" y="13660"/>
                    </a:cubicBezTo>
                    <a:cubicBezTo>
                      <a:pt x="15230" y="13251"/>
                      <a:pt x="15411" y="12690"/>
                      <a:pt x="15479" y="12243"/>
                    </a:cubicBezTo>
                    <a:cubicBezTo>
                      <a:pt x="15712" y="10729"/>
                      <a:pt x="15548" y="9982"/>
                      <a:pt x="15067" y="8667"/>
                    </a:cubicBezTo>
                    <a:cubicBezTo>
                      <a:pt x="15067" y="8667"/>
                      <a:pt x="14724" y="7934"/>
                      <a:pt x="14999" y="6927"/>
                    </a:cubicBezTo>
                    <a:cubicBezTo>
                      <a:pt x="15012" y="6873"/>
                      <a:pt x="15028" y="6814"/>
                      <a:pt x="15042" y="6755"/>
                    </a:cubicBezTo>
                    <a:cubicBezTo>
                      <a:pt x="15055" y="6723"/>
                      <a:pt x="15178" y="6717"/>
                      <a:pt x="15192" y="6755"/>
                    </a:cubicBezTo>
                    <a:lnTo>
                      <a:pt x="15423" y="7353"/>
                    </a:lnTo>
                    <a:cubicBezTo>
                      <a:pt x="15904" y="8646"/>
                      <a:pt x="16137" y="8926"/>
                      <a:pt x="16933" y="10041"/>
                    </a:cubicBezTo>
                    <a:cubicBezTo>
                      <a:pt x="17221" y="10434"/>
                      <a:pt x="17441" y="10633"/>
                      <a:pt x="17482" y="10778"/>
                    </a:cubicBezTo>
                    <a:cubicBezTo>
                      <a:pt x="17482" y="10794"/>
                      <a:pt x="17482" y="10811"/>
                      <a:pt x="17482" y="10827"/>
                    </a:cubicBezTo>
                    <a:cubicBezTo>
                      <a:pt x="17386" y="11102"/>
                      <a:pt x="17468" y="11327"/>
                      <a:pt x="17551" y="11596"/>
                    </a:cubicBezTo>
                    <a:cubicBezTo>
                      <a:pt x="17619" y="11839"/>
                      <a:pt x="17690" y="11753"/>
                      <a:pt x="17799" y="12287"/>
                    </a:cubicBezTo>
                    <a:cubicBezTo>
                      <a:pt x="17799" y="12297"/>
                      <a:pt x="17799" y="12308"/>
                      <a:pt x="17812" y="12319"/>
                    </a:cubicBezTo>
                    <a:lnTo>
                      <a:pt x="17838" y="12421"/>
                    </a:lnTo>
                    <a:cubicBezTo>
                      <a:pt x="17852" y="12464"/>
                      <a:pt x="17934" y="12497"/>
                      <a:pt x="18044" y="12497"/>
                    </a:cubicBezTo>
                    <a:cubicBezTo>
                      <a:pt x="18044" y="12497"/>
                      <a:pt x="18061" y="12497"/>
                      <a:pt x="18061" y="12497"/>
                    </a:cubicBezTo>
                    <a:cubicBezTo>
                      <a:pt x="18171" y="12492"/>
                      <a:pt x="18263" y="12453"/>
                      <a:pt x="18250" y="12404"/>
                    </a:cubicBezTo>
                    <a:lnTo>
                      <a:pt x="18224" y="12281"/>
                    </a:lnTo>
                    <a:cubicBezTo>
                      <a:pt x="18224" y="12265"/>
                      <a:pt x="18225" y="12244"/>
                      <a:pt x="18211" y="12228"/>
                    </a:cubicBezTo>
                    <a:cubicBezTo>
                      <a:pt x="18197" y="12120"/>
                      <a:pt x="18195" y="12011"/>
                      <a:pt x="18181" y="11915"/>
                    </a:cubicBezTo>
                    <a:cubicBezTo>
                      <a:pt x="18181" y="11904"/>
                      <a:pt x="18210" y="11904"/>
                      <a:pt x="18224" y="11909"/>
                    </a:cubicBezTo>
                    <a:cubicBezTo>
                      <a:pt x="18306" y="12071"/>
                      <a:pt x="18429" y="12292"/>
                      <a:pt x="18511" y="12443"/>
                    </a:cubicBezTo>
                    <a:lnTo>
                      <a:pt x="18593" y="12674"/>
                    </a:lnTo>
                    <a:cubicBezTo>
                      <a:pt x="18607" y="12722"/>
                      <a:pt x="18718" y="12761"/>
                      <a:pt x="18842" y="12761"/>
                    </a:cubicBezTo>
                    <a:cubicBezTo>
                      <a:pt x="18855" y="12761"/>
                      <a:pt x="18871" y="12761"/>
                      <a:pt x="18885" y="12761"/>
                    </a:cubicBezTo>
                    <a:cubicBezTo>
                      <a:pt x="19022" y="12750"/>
                      <a:pt x="19104" y="12701"/>
                      <a:pt x="19090" y="12647"/>
                    </a:cubicBezTo>
                    <a:lnTo>
                      <a:pt x="18936" y="12189"/>
                    </a:lnTo>
                    <a:cubicBezTo>
                      <a:pt x="18922" y="12119"/>
                      <a:pt x="18912" y="12044"/>
                      <a:pt x="18885" y="11985"/>
                    </a:cubicBezTo>
                    <a:cubicBezTo>
                      <a:pt x="18885" y="11980"/>
                      <a:pt x="18897" y="11980"/>
                      <a:pt x="18910" y="11980"/>
                    </a:cubicBezTo>
                    <a:cubicBezTo>
                      <a:pt x="19034" y="12163"/>
                      <a:pt x="19198" y="12432"/>
                      <a:pt x="19335" y="12615"/>
                    </a:cubicBezTo>
                    <a:lnTo>
                      <a:pt x="19434" y="12766"/>
                    </a:lnTo>
                    <a:cubicBezTo>
                      <a:pt x="19447" y="12793"/>
                      <a:pt x="19486" y="12809"/>
                      <a:pt x="19541" y="12825"/>
                    </a:cubicBezTo>
                    <a:cubicBezTo>
                      <a:pt x="19596" y="12852"/>
                      <a:pt x="19680" y="12858"/>
                      <a:pt x="19790" y="12847"/>
                    </a:cubicBezTo>
                    <a:cubicBezTo>
                      <a:pt x="19858" y="12842"/>
                      <a:pt x="19900" y="12820"/>
                      <a:pt x="19914" y="12793"/>
                    </a:cubicBezTo>
                    <a:cubicBezTo>
                      <a:pt x="19941" y="12772"/>
                      <a:pt x="19953" y="12744"/>
                      <a:pt x="19940" y="12723"/>
                    </a:cubicBezTo>
                    <a:lnTo>
                      <a:pt x="19884" y="12632"/>
                    </a:lnTo>
                    <a:cubicBezTo>
                      <a:pt x="19788" y="12459"/>
                      <a:pt x="19625" y="12108"/>
                      <a:pt x="19515" y="11893"/>
                    </a:cubicBezTo>
                    <a:cubicBezTo>
                      <a:pt x="19529" y="11893"/>
                      <a:pt x="19527" y="11893"/>
                      <a:pt x="19541" y="11893"/>
                    </a:cubicBezTo>
                    <a:cubicBezTo>
                      <a:pt x="19623" y="12000"/>
                      <a:pt x="19720" y="12108"/>
                      <a:pt x="19802" y="12211"/>
                    </a:cubicBezTo>
                    <a:cubicBezTo>
                      <a:pt x="19885" y="12313"/>
                      <a:pt x="19966" y="12406"/>
                      <a:pt x="20021" y="12465"/>
                    </a:cubicBezTo>
                    <a:lnTo>
                      <a:pt x="20133" y="12620"/>
                    </a:lnTo>
                    <a:cubicBezTo>
                      <a:pt x="20160" y="12663"/>
                      <a:pt x="20267" y="12696"/>
                      <a:pt x="20377" y="12696"/>
                    </a:cubicBezTo>
                    <a:cubicBezTo>
                      <a:pt x="20418" y="12696"/>
                      <a:pt x="20460" y="12691"/>
                      <a:pt x="20501" y="12685"/>
                    </a:cubicBezTo>
                    <a:cubicBezTo>
                      <a:pt x="20598" y="12664"/>
                      <a:pt x="20654" y="12614"/>
                      <a:pt x="20613" y="12566"/>
                    </a:cubicBezTo>
                    <a:lnTo>
                      <a:pt x="20514" y="12421"/>
                    </a:lnTo>
                    <a:cubicBezTo>
                      <a:pt x="20501" y="12410"/>
                      <a:pt x="20502" y="12395"/>
                      <a:pt x="20489" y="12384"/>
                    </a:cubicBezTo>
                    <a:cubicBezTo>
                      <a:pt x="20434" y="12303"/>
                      <a:pt x="20159" y="11861"/>
                      <a:pt x="20077" y="11618"/>
                    </a:cubicBezTo>
                    <a:cubicBezTo>
                      <a:pt x="20063" y="11521"/>
                      <a:pt x="20037" y="11512"/>
                      <a:pt x="20120" y="11495"/>
                    </a:cubicBezTo>
                    <a:cubicBezTo>
                      <a:pt x="20230" y="11468"/>
                      <a:pt x="20792" y="11791"/>
                      <a:pt x="21218" y="11802"/>
                    </a:cubicBezTo>
                    <a:cubicBezTo>
                      <a:pt x="21533" y="11802"/>
                      <a:pt x="21572" y="11759"/>
                      <a:pt x="21531" y="11721"/>
                    </a:cubicBezTo>
                    <a:cubicBezTo>
                      <a:pt x="21517" y="11705"/>
                      <a:pt x="21491" y="11683"/>
                      <a:pt x="21449" y="11672"/>
                    </a:cubicBezTo>
                    <a:cubicBezTo>
                      <a:pt x="20873" y="11462"/>
                      <a:pt x="20628" y="11107"/>
                      <a:pt x="20051" y="10913"/>
                    </a:cubicBezTo>
                    <a:cubicBezTo>
                      <a:pt x="19667" y="10784"/>
                      <a:pt x="19239" y="10693"/>
                      <a:pt x="19060" y="10391"/>
                    </a:cubicBezTo>
                    <a:cubicBezTo>
                      <a:pt x="19060" y="10391"/>
                      <a:pt x="18993" y="10278"/>
                      <a:pt x="18979" y="10208"/>
                    </a:cubicBezTo>
                    <a:cubicBezTo>
                      <a:pt x="18800" y="9534"/>
                      <a:pt x="18580" y="9173"/>
                      <a:pt x="18374" y="8279"/>
                    </a:cubicBezTo>
                    <a:cubicBezTo>
                      <a:pt x="18278" y="7880"/>
                      <a:pt x="17935" y="7331"/>
                      <a:pt x="17757" y="7067"/>
                    </a:cubicBezTo>
                    <a:cubicBezTo>
                      <a:pt x="17674" y="6943"/>
                      <a:pt x="17608" y="6813"/>
                      <a:pt x="17581" y="6690"/>
                    </a:cubicBezTo>
                    <a:cubicBezTo>
                      <a:pt x="17361" y="5968"/>
                      <a:pt x="17334" y="5160"/>
                      <a:pt x="17238" y="4799"/>
                    </a:cubicBezTo>
                    <a:cubicBezTo>
                      <a:pt x="17045" y="3991"/>
                      <a:pt x="16274" y="3662"/>
                      <a:pt x="13914" y="3511"/>
                    </a:cubicBezTo>
                    <a:cubicBezTo>
                      <a:pt x="13914" y="3511"/>
                      <a:pt x="13601" y="3485"/>
                      <a:pt x="13395" y="3442"/>
                    </a:cubicBezTo>
                    <a:cubicBezTo>
                      <a:pt x="12846" y="3329"/>
                      <a:pt x="12392" y="3037"/>
                      <a:pt x="12378" y="2789"/>
                    </a:cubicBezTo>
                    <a:lnTo>
                      <a:pt x="12378" y="2601"/>
                    </a:lnTo>
                    <a:cubicBezTo>
                      <a:pt x="12763" y="2428"/>
                      <a:pt x="12897" y="2316"/>
                      <a:pt x="13034" y="1917"/>
                    </a:cubicBezTo>
                    <a:cubicBezTo>
                      <a:pt x="13089" y="1923"/>
                      <a:pt x="13228" y="1934"/>
                      <a:pt x="13283" y="1885"/>
                    </a:cubicBezTo>
                    <a:cubicBezTo>
                      <a:pt x="13585" y="1654"/>
                      <a:pt x="13903" y="1260"/>
                      <a:pt x="13463" y="1249"/>
                    </a:cubicBezTo>
                    <a:cubicBezTo>
                      <a:pt x="13367" y="1249"/>
                      <a:pt x="13283" y="1249"/>
                      <a:pt x="13215" y="1249"/>
                    </a:cubicBezTo>
                    <a:cubicBezTo>
                      <a:pt x="13256" y="1023"/>
                      <a:pt x="13257" y="812"/>
                      <a:pt x="13120" y="635"/>
                    </a:cubicBezTo>
                    <a:cubicBezTo>
                      <a:pt x="12846" y="263"/>
                      <a:pt x="12105" y="0"/>
                      <a:pt x="10787" y="0"/>
                    </a:cubicBezTo>
                    <a:cubicBezTo>
                      <a:pt x="10787" y="0"/>
                      <a:pt x="10770" y="0"/>
                      <a:pt x="10770" y="0"/>
                    </a:cubicBezTo>
                    <a:cubicBezTo>
                      <a:pt x="10770" y="0"/>
                      <a:pt x="10757" y="0"/>
                      <a:pt x="1075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254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endParaRPr/>
              </a:p>
            </p:txBody>
          </p:sp>
          <p:sp>
            <p:nvSpPr>
              <p:cNvPr id="38" name="Mensch">
                <a:extLst>
                  <a:ext uri="{FF2B5EF4-FFF2-40B4-BE49-F238E27FC236}">
                    <a16:creationId xmlns:a16="http://schemas.microsoft.com/office/drawing/2014/main" id="{63C1BB26-0413-49B6-8A10-EE772BDF4C5E}"/>
                  </a:ext>
                </a:extLst>
              </p:cNvPr>
              <p:cNvSpPr/>
              <p:nvPr/>
            </p:nvSpPr>
            <p:spPr>
              <a:xfrm>
                <a:off x="317499" y="0"/>
                <a:ext cx="249869" cy="63639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545" h="21537" extrusionOk="0">
                    <a:moveTo>
                      <a:pt x="10757" y="0"/>
                    </a:moveTo>
                    <a:cubicBezTo>
                      <a:pt x="9439" y="5"/>
                      <a:pt x="8698" y="263"/>
                      <a:pt x="8424" y="635"/>
                    </a:cubicBezTo>
                    <a:cubicBezTo>
                      <a:pt x="8300" y="812"/>
                      <a:pt x="8288" y="1023"/>
                      <a:pt x="8329" y="1249"/>
                    </a:cubicBezTo>
                    <a:cubicBezTo>
                      <a:pt x="8261" y="1249"/>
                      <a:pt x="8177" y="1249"/>
                      <a:pt x="8081" y="1249"/>
                    </a:cubicBezTo>
                    <a:cubicBezTo>
                      <a:pt x="7641" y="1260"/>
                      <a:pt x="7973" y="1654"/>
                      <a:pt x="8261" y="1885"/>
                    </a:cubicBezTo>
                    <a:cubicBezTo>
                      <a:pt x="8316" y="1934"/>
                      <a:pt x="8450" y="1923"/>
                      <a:pt x="8505" y="1917"/>
                    </a:cubicBezTo>
                    <a:cubicBezTo>
                      <a:pt x="8643" y="2311"/>
                      <a:pt x="8768" y="2428"/>
                      <a:pt x="9166" y="2601"/>
                    </a:cubicBezTo>
                    <a:lnTo>
                      <a:pt x="9166" y="2789"/>
                    </a:lnTo>
                    <a:cubicBezTo>
                      <a:pt x="9152" y="3032"/>
                      <a:pt x="8698" y="3329"/>
                      <a:pt x="8149" y="3442"/>
                    </a:cubicBezTo>
                    <a:cubicBezTo>
                      <a:pt x="7943" y="3485"/>
                      <a:pt x="7630" y="3511"/>
                      <a:pt x="7630" y="3511"/>
                    </a:cubicBezTo>
                    <a:cubicBezTo>
                      <a:pt x="5270" y="3657"/>
                      <a:pt x="4499" y="3991"/>
                      <a:pt x="4306" y="4799"/>
                    </a:cubicBezTo>
                    <a:cubicBezTo>
                      <a:pt x="4210" y="5165"/>
                      <a:pt x="4197" y="5989"/>
                      <a:pt x="3963" y="6716"/>
                    </a:cubicBezTo>
                    <a:cubicBezTo>
                      <a:pt x="3922" y="6835"/>
                      <a:pt x="3870" y="6948"/>
                      <a:pt x="3787" y="7067"/>
                    </a:cubicBezTo>
                    <a:cubicBezTo>
                      <a:pt x="3609" y="7331"/>
                      <a:pt x="3266" y="7880"/>
                      <a:pt x="3170" y="8279"/>
                    </a:cubicBezTo>
                    <a:cubicBezTo>
                      <a:pt x="2964" y="9178"/>
                      <a:pt x="2744" y="9534"/>
                      <a:pt x="2565" y="10208"/>
                    </a:cubicBezTo>
                    <a:cubicBezTo>
                      <a:pt x="2551" y="10272"/>
                      <a:pt x="2484" y="10391"/>
                      <a:pt x="2484" y="10391"/>
                    </a:cubicBezTo>
                    <a:cubicBezTo>
                      <a:pt x="2305" y="10693"/>
                      <a:pt x="1877" y="10784"/>
                      <a:pt x="1493" y="10913"/>
                    </a:cubicBezTo>
                    <a:cubicBezTo>
                      <a:pt x="916" y="11107"/>
                      <a:pt x="671" y="11462"/>
                      <a:pt x="95" y="11672"/>
                    </a:cubicBezTo>
                    <a:cubicBezTo>
                      <a:pt x="53" y="11683"/>
                      <a:pt x="27" y="11705"/>
                      <a:pt x="13" y="11721"/>
                    </a:cubicBezTo>
                    <a:cubicBezTo>
                      <a:pt x="-28" y="11759"/>
                      <a:pt x="12" y="11802"/>
                      <a:pt x="301" y="11797"/>
                    </a:cubicBezTo>
                    <a:cubicBezTo>
                      <a:pt x="740" y="11786"/>
                      <a:pt x="1289" y="11467"/>
                      <a:pt x="1399" y="11489"/>
                    </a:cubicBezTo>
                    <a:cubicBezTo>
                      <a:pt x="1481" y="11505"/>
                      <a:pt x="1451" y="11516"/>
                      <a:pt x="1437" y="11613"/>
                    </a:cubicBezTo>
                    <a:cubicBezTo>
                      <a:pt x="1355" y="11856"/>
                      <a:pt x="1080" y="12297"/>
                      <a:pt x="1025" y="12377"/>
                    </a:cubicBezTo>
                    <a:cubicBezTo>
                      <a:pt x="1012" y="12388"/>
                      <a:pt x="1013" y="12405"/>
                      <a:pt x="1000" y="12416"/>
                    </a:cubicBezTo>
                    <a:lnTo>
                      <a:pt x="905" y="12561"/>
                    </a:lnTo>
                    <a:cubicBezTo>
                      <a:pt x="878" y="12604"/>
                      <a:pt x="916" y="12654"/>
                      <a:pt x="1012" y="12680"/>
                    </a:cubicBezTo>
                    <a:cubicBezTo>
                      <a:pt x="1054" y="12691"/>
                      <a:pt x="1096" y="12691"/>
                      <a:pt x="1137" y="12691"/>
                    </a:cubicBezTo>
                    <a:cubicBezTo>
                      <a:pt x="1247" y="12691"/>
                      <a:pt x="1358" y="12663"/>
                      <a:pt x="1386" y="12615"/>
                    </a:cubicBezTo>
                    <a:lnTo>
                      <a:pt x="1493" y="12458"/>
                    </a:lnTo>
                    <a:cubicBezTo>
                      <a:pt x="1548" y="12399"/>
                      <a:pt x="1629" y="12308"/>
                      <a:pt x="1712" y="12206"/>
                    </a:cubicBezTo>
                    <a:cubicBezTo>
                      <a:pt x="1794" y="12109"/>
                      <a:pt x="1891" y="11995"/>
                      <a:pt x="1973" y="11888"/>
                    </a:cubicBezTo>
                    <a:cubicBezTo>
                      <a:pt x="1987" y="11888"/>
                      <a:pt x="1990" y="11888"/>
                      <a:pt x="2003" y="11888"/>
                    </a:cubicBezTo>
                    <a:cubicBezTo>
                      <a:pt x="1893" y="12103"/>
                      <a:pt x="1726" y="12449"/>
                      <a:pt x="1630" y="12627"/>
                    </a:cubicBezTo>
                    <a:lnTo>
                      <a:pt x="1574" y="12717"/>
                    </a:lnTo>
                    <a:cubicBezTo>
                      <a:pt x="1561" y="12744"/>
                      <a:pt x="1577" y="12767"/>
                      <a:pt x="1604" y="12788"/>
                    </a:cubicBezTo>
                    <a:cubicBezTo>
                      <a:pt x="1618" y="12820"/>
                      <a:pt x="1660" y="12837"/>
                      <a:pt x="1729" y="12842"/>
                    </a:cubicBezTo>
                    <a:cubicBezTo>
                      <a:pt x="1839" y="12853"/>
                      <a:pt x="1905" y="12847"/>
                      <a:pt x="1973" y="12820"/>
                    </a:cubicBezTo>
                    <a:cubicBezTo>
                      <a:pt x="2028" y="12809"/>
                      <a:pt x="2057" y="12788"/>
                      <a:pt x="2085" y="12761"/>
                    </a:cubicBezTo>
                    <a:lnTo>
                      <a:pt x="2179" y="12610"/>
                    </a:lnTo>
                    <a:cubicBezTo>
                      <a:pt x="2303" y="12427"/>
                      <a:pt x="2480" y="12157"/>
                      <a:pt x="2604" y="11973"/>
                    </a:cubicBezTo>
                    <a:cubicBezTo>
                      <a:pt x="2617" y="11968"/>
                      <a:pt x="2634" y="11975"/>
                      <a:pt x="2634" y="11980"/>
                    </a:cubicBezTo>
                    <a:cubicBezTo>
                      <a:pt x="2620" y="12045"/>
                      <a:pt x="2605" y="12114"/>
                      <a:pt x="2578" y="12184"/>
                    </a:cubicBezTo>
                    <a:lnTo>
                      <a:pt x="2428" y="12642"/>
                    </a:lnTo>
                    <a:cubicBezTo>
                      <a:pt x="2414" y="12696"/>
                      <a:pt x="2496" y="12749"/>
                      <a:pt x="2634" y="12755"/>
                    </a:cubicBezTo>
                    <a:cubicBezTo>
                      <a:pt x="2647" y="12755"/>
                      <a:pt x="2659" y="12755"/>
                      <a:pt x="2672" y="12755"/>
                    </a:cubicBezTo>
                    <a:cubicBezTo>
                      <a:pt x="2796" y="12755"/>
                      <a:pt x="2907" y="12717"/>
                      <a:pt x="2921" y="12669"/>
                    </a:cubicBezTo>
                    <a:lnTo>
                      <a:pt x="3003" y="12438"/>
                    </a:lnTo>
                    <a:cubicBezTo>
                      <a:pt x="3085" y="12282"/>
                      <a:pt x="3208" y="12066"/>
                      <a:pt x="3290" y="11904"/>
                    </a:cubicBezTo>
                    <a:cubicBezTo>
                      <a:pt x="3304" y="11894"/>
                      <a:pt x="3333" y="11899"/>
                      <a:pt x="3333" y="11909"/>
                    </a:cubicBezTo>
                    <a:cubicBezTo>
                      <a:pt x="3319" y="12006"/>
                      <a:pt x="3321" y="12115"/>
                      <a:pt x="3307" y="12223"/>
                    </a:cubicBezTo>
                    <a:cubicBezTo>
                      <a:pt x="3307" y="12239"/>
                      <a:pt x="3304" y="12260"/>
                      <a:pt x="3290" y="12276"/>
                    </a:cubicBezTo>
                    <a:lnTo>
                      <a:pt x="3264" y="12399"/>
                    </a:lnTo>
                    <a:cubicBezTo>
                      <a:pt x="3250" y="12442"/>
                      <a:pt x="3347" y="12487"/>
                      <a:pt x="3457" y="12492"/>
                    </a:cubicBezTo>
                    <a:cubicBezTo>
                      <a:pt x="3457" y="12492"/>
                      <a:pt x="3470" y="12492"/>
                      <a:pt x="3470" y="12492"/>
                    </a:cubicBezTo>
                    <a:cubicBezTo>
                      <a:pt x="3580" y="12492"/>
                      <a:pt x="3676" y="12459"/>
                      <a:pt x="3676" y="12416"/>
                    </a:cubicBezTo>
                    <a:lnTo>
                      <a:pt x="3702" y="12313"/>
                    </a:lnTo>
                    <a:cubicBezTo>
                      <a:pt x="3702" y="12303"/>
                      <a:pt x="3719" y="12292"/>
                      <a:pt x="3719" y="12281"/>
                    </a:cubicBezTo>
                    <a:cubicBezTo>
                      <a:pt x="3829" y="11748"/>
                      <a:pt x="3895" y="11834"/>
                      <a:pt x="3963" y="11591"/>
                    </a:cubicBezTo>
                    <a:cubicBezTo>
                      <a:pt x="4032" y="11317"/>
                      <a:pt x="4128" y="11097"/>
                      <a:pt x="4032" y="10822"/>
                    </a:cubicBezTo>
                    <a:cubicBezTo>
                      <a:pt x="4032" y="10806"/>
                      <a:pt x="4018" y="10789"/>
                      <a:pt x="4032" y="10773"/>
                    </a:cubicBezTo>
                    <a:cubicBezTo>
                      <a:pt x="4073" y="10622"/>
                      <a:pt x="4293" y="10422"/>
                      <a:pt x="4581" y="10034"/>
                    </a:cubicBezTo>
                    <a:cubicBezTo>
                      <a:pt x="5377" y="8919"/>
                      <a:pt x="5610" y="8640"/>
                      <a:pt x="6091" y="7348"/>
                    </a:cubicBezTo>
                    <a:lnTo>
                      <a:pt x="6327" y="6748"/>
                    </a:lnTo>
                    <a:cubicBezTo>
                      <a:pt x="6340" y="6716"/>
                      <a:pt x="6463" y="6716"/>
                      <a:pt x="6477" y="6748"/>
                    </a:cubicBezTo>
                    <a:cubicBezTo>
                      <a:pt x="6490" y="6808"/>
                      <a:pt x="6501" y="6868"/>
                      <a:pt x="6515" y="6922"/>
                    </a:cubicBezTo>
                    <a:cubicBezTo>
                      <a:pt x="6803" y="7929"/>
                      <a:pt x="6447" y="8661"/>
                      <a:pt x="6447" y="8661"/>
                    </a:cubicBezTo>
                    <a:cubicBezTo>
                      <a:pt x="5966" y="9975"/>
                      <a:pt x="5760" y="10762"/>
                      <a:pt x="6035" y="12238"/>
                    </a:cubicBezTo>
                    <a:cubicBezTo>
                      <a:pt x="6117" y="12690"/>
                      <a:pt x="6297" y="13246"/>
                      <a:pt x="6421" y="13655"/>
                    </a:cubicBezTo>
                    <a:cubicBezTo>
                      <a:pt x="6503" y="13914"/>
                      <a:pt x="6544" y="14172"/>
                      <a:pt x="6558" y="14436"/>
                    </a:cubicBezTo>
                    <a:cubicBezTo>
                      <a:pt x="6599" y="16758"/>
                      <a:pt x="6968" y="17237"/>
                      <a:pt x="7819" y="19607"/>
                    </a:cubicBezTo>
                    <a:cubicBezTo>
                      <a:pt x="7956" y="19984"/>
                      <a:pt x="7809" y="20189"/>
                      <a:pt x="7699" y="20313"/>
                    </a:cubicBezTo>
                    <a:cubicBezTo>
                      <a:pt x="7589" y="20436"/>
                      <a:pt x="6517" y="20958"/>
                      <a:pt x="6215" y="21104"/>
                    </a:cubicBezTo>
                    <a:cubicBezTo>
                      <a:pt x="6037" y="21190"/>
                      <a:pt x="5500" y="21336"/>
                      <a:pt x="5898" y="21417"/>
                    </a:cubicBezTo>
                    <a:cubicBezTo>
                      <a:pt x="6776" y="21600"/>
                      <a:pt x="8203" y="21595"/>
                      <a:pt x="9123" y="21245"/>
                    </a:cubicBezTo>
                    <a:cubicBezTo>
                      <a:pt x="9356" y="21154"/>
                      <a:pt x="9331" y="21002"/>
                      <a:pt x="9496" y="20900"/>
                    </a:cubicBezTo>
                    <a:cubicBezTo>
                      <a:pt x="9661" y="20803"/>
                      <a:pt x="9837" y="20764"/>
                      <a:pt x="10015" y="20619"/>
                    </a:cubicBezTo>
                    <a:cubicBezTo>
                      <a:pt x="10207" y="20474"/>
                      <a:pt x="9920" y="20108"/>
                      <a:pt x="9865" y="19580"/>
                    </a:cubicBezTo>
                    <a:cubicBezTo>
                      <a:pt x="9837" y="19349"/>
                      <a:pt x="9894" y="18583"/>
                      <a:pt x="9976" y="17867"/>
                    </a:cubicBezTo>
                    <a:cubicBezTo>
                      <a:pt x="10141" y="16466"/>
                      <a:pt x="10512" y="16407"/>
                      <a:pt x="10320" y="14554"/>
                    </a:cubicBezTo>
                    <a:cubicBezTo>
                      <a:pt x="10320" y="14554"/>
                      <a:pt x="10416" y="14059"/>
                      <a:pt x="10513" y="13386"/>
                    </a:cubicBezTo>
                    <a:cubicBezTo>
                      <a:pt x="10567" y="12998"/>
                      <a:pt x="10663" y="12325"/>
                      <a:pt x="10718" y="11904"/>
                    </a:cubicBezTo>
                    <a:cubicBezTo>
                      <a:pt x="10718" y="11883"/>
                      <a:pt x="10800" y="11883"/>
                      <a:pt x="10800" y="11904"/>
                    </a:cubicBezTo>
                    <a:cubicBezTo>
                      <a:pt x="10869" y="12325"/>
                      <a:pt x="10951" y="12998"/>
                      <a:pt x="11006" y="13386"/>
                    </a:cubicBezTo>
                    <a:cubicBezTo>
                      <a:pt x="11102" y="14054"/>
                      <a:pt x="11199" y="14554"/>
                      <a:pt x="11199" y="14554"/>
                    </a:cubicBezTo>
                    <a:cubicBezTo>
                      <a:pt x="11007" y="16407"/>
                      <a:pt x="11377" y="16461"/>
                      <a:pt x="11542" y="17867"/>
                    </a:cubicBezTo>
                    <a:cubicBezTo>
                      <a:pt x="11624" y="18583"/>
                      <a:pt x="11677" y="19349"/>
                      <a:pt x="11649" y="19580"/>
                    </a:cubicBezTo>
                    <a:cubicBezTo>
                      <a:pt x="11594" y="20114"/>
                      <a:pt x="11307" y="20474"/>
                      <a:pt x="11499" y="20619"/>
                    </a:cubicBezTo>
                    <a:cubicBezTo>
                      <a:pt x="11677" y="20759"/>
                      <a:pt x="11858" y="20798"/>
                      <a:pt x="12022" y="20900"/>
                    </a:cubicBezTo>
                    <a:cubicBezTo>
                      <a:pt x="12187" y="20997"/>
                      <a:pt x="12158" y="21154"/>
                      <a:pt x="12391" y="21245"/>
                    </a:cubicBezTo>
                    <a:cubicBezTo>
                      <a:pt x="13311" y="21595"/>
                      <a:pt x="14738" y="21600"/>
                      <a:pt x="15616" y="21417"/>
                    </a:cubicBezTo>
                    <a:cubicBezTo>
                      <a:pt x="16014" y="21331"/>
                      <a:pt x="15491" y="21190"/>
                      <a:pt x="15299" y="21104"/>
                    </a:cubicBezTo>
                    <a:cubicBezTo>
                      <a:pt x="14997" y="20953"/>
                      <a:pt x="13915" y="20436"/>
                      <a:pt x="13819" y="20313"/>
                    </a:cubicBezTo>
                    <a:cubicBezTo>
                      <a:pt x="13710" y="20189"/>
                      <a:pt x="13558" y="19984"/>
                      <a:pt x="13695" y="19607"/>
                    </a:cubicBezTo>
                    <a:cubicBezTo>
                      <a:pt x="14560" y="17237"/>
                      <a:pt x="14928" y="16758"/>
                      <a:pt x="14956" y="14436"/>
                    </a:cubicBezTo>
                    <a:cubicBezTo>
                      <a:pt x="14956" y="14178"/>
                      <a:pt x="15011" y="13919"/>
                      <a:pt x="15093" y="13660"/>
                    </a:cubicBezTo>
                    <a:cubicBezTo>
                      <a:pt x="15230" y="13251"/>
                      <a:pt x="15411" y="12690"/>
                      <a:pt x="15479" y="12243"/>
                    </a:cubicBezTo>
                    <a:cubicBezTo>
                      <a:pt x="15712" y="10729"/>
                      <a:pt x="15548" y="9982"/>
                      <a:pt x="15067" y="8667"/>
                    </a:cubicBezTo>
                    <a:cubicBezTo>
                      <a:pt x="15067" y="8667"/>
                      <a:pt x="14724" y="7934"/>
                      <a:pt x="14999" y="6927"/>
                    </a:cubicBezTo>
                    <a:cubicBezTo>
                      <a:pt x="15012" y="6873"/>
                      <a:pt x="15028" y="6814"/>
                      <a:pt x="15042" y="6755"/>
                    </a:cubicBezTo>
                    <a:cubicBezTo>
                      <a:pt x="15055" y="6723"/>
                      <a:pt x="15178" y="6717"/>
                      <a:pt x="15192" y="6755"/>
                    </a:cubicBezTo>
                    <a:lnTo>
                      <a:pt x="15423" y="7353"/>
                    </a:lnTo>
                    <a:cubicBezTo>
                      <a:pt x="15904" y="8646"/>
                      <a:pt x="16137" y="8926"/>
                      <a:pt x="16933" y="10041"/>
                    </a:cubicBezTo>
                    <a:cubicBezTo>
                      <a:pt x="17221" y="10434"/>
                      <a:pt x="17441" y="10633"/>
                      <a:pt x="17482" y="10778"/>
                    </a:cubicBezTo>
                    <a:cubicBezTo>
                      <a:pt x="17482" y="10794"/>
                      <a:pt x="17482" y="10811"/>
                      <a:pt x="17482" y="10827"/>
                    </a:cubicBezTo>
                    <a:cubicBezTo>
                      <a:pt x="17386" y="11102"/>
                      <a:pt x="17468" y="11327"/>
                      <a:pt x="17551" y="11596"/>
                    </a:cubicBezTo>
                    <a:cubicBezTo>
                      <a:pt x="17619" y="11839"/>
                      <a:pt x="17690" y="11753"/>
                      <a:pt x="17799" y="12287"/>
                    </a:cubicBezTo>
                    <a:cubicBezTo>
                      <a:pt x="17799" y="12297"/>
                      <a:pt x="17799" y="12308"/>
                      <a:pt x="17812" y="12319"/>
                    </a:cubicBezTo>
                    <a:lnTo>
                      <a:pt x="17838" y="12421"/>
                    </a:lnTo>
                    <a:cubicBezTo>
                      <a:pt x="17852" y="12464"/>
                      <a:pt x="17934" y="12497"/>
                      <a:pt x="18044" y="12497"/>
                    </a:cubicBezTo>
                    <a:cubicBezTo>
                      <a:pt x="18044" y="12497"/>
                      <a:pt x="18061" y="12497"/>
                      <a:pt x="18061" y="12497"/>
                    </a:cubicBezTo>
                    <a:cubicBezTo>
                      <a:pt x="18171" y="12492"/>
                      <a:pt x="18263" y="12453"/>
                      <a:pt x="18250" y="12404"/>
                    </a:cubicBezTo>
                    <a:lnTo>
                      <a:pt x="18224" y="12281"/>
                    </a:lnTo>
                    <a:cubicBezTo>
                      <a:pt x="18224" y="12265"/>
                      <a:pt x="18225" y="12244"/>
                      <a:pt x="18211" y="12228"/>
                    </a:cubicBezTo>
                    <a:cubicBezTo>
                      <a:pt x="18197" y="12120"/>
                      <a:pt x="18195" y="12011"/>
                      <a:pt x="18181" y="11915"/>
                    </a:cubicBezTo>
                    <a:cubicBezTo>
                      <a:pt x="18181" y="11904"/>
                      <a:pt x="18210" y="11904"/>
                      <a:pt x="18224" y="11909"/>
                    </a:cubicBezTo>
                    <a:cubicBezTo>
                      <a:pt x="18306" y="12071"/>
                      <a:pt x="18429" y="12292"/>
                      <a:pt x="18511" y="12443"/>
                    </a:cubicBezTo>
                    <a:lnTo>
                      <a:pt x="18593" y="12674"/>
                    </a:lnTo>
                    <a:cubicBezTo>
                      <a:pt x="18607" y="12722"/>
                      <a:pt x="18718" y="12761"/>
                      <a:pt x="18842" y="12761"/>
                    </a:cubicBezTo>
                    <a:cubicBezTo>
                      <a:pt x="18855" y="12761"/>
                      <a:pt x="18871" y="12761"/>
                      <a:pt x="18885" y="12761"/>
                    </a:cubicBezTo>
                    <a:cubicBezTo>
                      <a:pt x="19022" y="12750"/>
                      <a:pt x="19104" y="12701"/>
                      <a:pt x="19090" y="12647"/>
                    </a:cubicBezTo>
                    <a:lnTo>
                      <a:pt x="18936" y="12189"/>
                    </a:lnTo>
                    <a:cubicBezTo>
                      <a:pt x="18922" y="12119"/>
                      <a:pt x="18912" y="12044"/>
                      <a:pt x="18885" y="11985"/>
                    </a:cubicBezTo>
                    <a:cubicBezTo>
                      <a:pt x="18885" y="11980"/>
                      <a:pt x="18897" y="11980"/>
                      <a:pt x="18910" y="11980"/>
                    </a:cubicBezTo>
                    <a:cubicBezTo>
                      <a:pt x="19034" y="12163"/>
                      <a:pt x="19198" y="12432"/>
                      <a:pt x="19335" y="12615"/>
                    </a:cubicBezTo>
                    <a:lnTo>
                      <a:pt x="19434" y="12766"/>
                    </a:lnTo>
                    <a:cubicBezTo>
                      <a:pt x="19447" y="12793"/>
                      <a:pt x="19486" y="12809"/>
                      <a:pt x="19541" y="12825"/>
                    </a:cubicBezTo>
                    <a:cubicBezTo>
                      <a:pt x="19596" y="12852"/>
                      <a:pt x="19680" y="12858"/>
                      <a:pt x="19790" y="12847"/>
                    </a:cubicBezTo>
                    <a:cubicBezTo>
                      <a:pt x="19858" y="12842"/>
                      <a:pt x="19900" y="12820"/>
                      <a:pt x="19914" y="12793"/>
                    </a:cubicBezTo>
                    <a:cubicBezTo>
                      <a:pt x="19941" y="12772"/>
                      <a:pt x="19953" y="12744"/>
                      <a:pt x="19940" y="12723"/>
                    </a:cubicBezTo>
                    <a:lnTo>
                      <a:pt x="19884" y="12632"/>
                    </a:lnTo>
                    <a:cubicBezTo>
                      <a:pt x="19788" y="12459"/>
                      <a:pt x="19625" y="12108"/>
                      <a:pt x="19515" y="11893"/>
                    </a:cubicBezTo>
                    <a:cubicBezTo>
                      <a:pt x="19529" y="11893"/>
                      <a:pt x="19527" y="11893"/>
                      <a:pt x="19541" y="11893"/>
                    </a:cubicBezTo>
                    <a:cubicBezTo>
                      <a:pt x="19623" y="12000"/>
                      <a:pt x="19720" y="12108"/>
                      <a:pt x="19802" y="12211"/>
                    </a:cubicBezTo>
                    <a:cubicBezTo>
                      <a:pt x="19885" y="12313"/>
                      <a:pt x="19966" y="12406"/>
                      <a:pt x="20021" y="12465"/>
                    </a:cubicBezTo>
                    <a:lnTo>
                      <a:pt x="20133" y="12620"/>
                    </a:lnTo>
                    <a:cubicBezTo>
                      <a:pt x="20160" y="12663"/>
                      <a:pt x="20267" y="12696"/>
                      <a:pt x="20377" y="12696"/>
                    </a:cubicBezTo>
                    <a:cubicBezTo>
                      <a:pt x="20418" y="12696"/>
                      <a:pt x="20460" y="12691"/>
                      <a:pt x="20501" y="12685"/>
                    </a:cubicBezTo>
                    <a:cubicBezTo>
                      <a:pt x="20598" y="12664"/>
                      <a:pt x="20654" y="12614"/>
                      <a:pt x="20613" y="12566"/>
                    </a:cubicBezTo>
                    <a:lnTo>
                      <a:pt x="20514" y="12421"/>
                    </a:lnTo>
                    <a:cubicBezTo>
                      <a:pt x="20501" y="12410"/>
                      <a:pt x="20502" y="12395"/>
                      <a:pt x="20489" y="12384"/>
                    </a:cubicBezTo>
                    <a:cubicBezTo>
                      <a:pt x="20434" y="12303"/>
                      <a:pt x="20159" y="11861"/>
                      <a:pt x="20077" y="11618"/>
                    </a:cubicBezTo>
                    <a:cubicBezTo>
                      <a:pt x="20063" y="11521"/>
                      <a:pt x="20037" y="11512"/>
                      <a:pt x="20120" y="11495"/>
                    </a:cubicBezTo>
                    <a:cubicBezTo>
                      <a:pt x="20230" y="11468"/>
                      <a:pt x="20792" y="11791"/>
                      <a:pt x="21218" y="11802"/>
                    </a:cubicBezTo>
                    <a:cubicBezTo>
                      <a:pt x="21533" y="11802"/>
                      <a:pt x="21572" y="11759"/>
                      <a:pt x="21531" y="11721"/>
                    </a:cubicBezTo>
                    <a:cubicBezTo>
                      <a:pt x="21517" y="11705"/>
                      <a:pt x="21491" y="11683"/>
                      <a:pt x="21449" y="11672"/>
                    </a:cubicBezTo>
                    <a:cubicBezTo>
                      <a:pt x="20873" y="11462"/>
                      <a:pt x="20628" y="11107"/>
                      <a:pt x="20051" y="10913"/>
                    </a:cubicBezTo>
                    <a:cubicBezTo>
                      <a:pt x="19667" y="10784"/>
                      <a:pt x="19239" y="10693"/>
                      <a:pt x="19060" y="10391"/>
                    </a:cubicBezTo>
                    <a:cubicBezTo>
                      <a:pt x="19060" y="10391"/>
                      <a:pt x="18993" y="10278"/>
                      <a:pt x="18979" y="10208"/>
                    </a:cubicBezTo>
                    <a:cubicBezTo>
                      <a:pt x="18800" y="9534"/>
                      <a:pt x="18580" y="9173"/>
                      <a:pt x="18374" y="8279"/>
                    </a:cubicBezTo>
                    <a:cubicBezTo>
                      <a:pt x="18278" y="7880"/>
                      <a:pt x="17935" y="7331"/>
                      <a:pt x="17757" y="7067"/>
                    </a:cubicBezTo>
                    <a:cubicBezTo>
                      <a:pt x="17674" y="6943"/>
                      <a:pt x="17608" y="6813"/>
                      <a:pt x="17581" y="6690"/>
                    </a:cubicBezTo>
                    <a:cubicBezTo>
                      <a:pt x="17361" y="5968"/>
                      <a:pt x="17334" y="5160"/>
                      <a:pt x="17238" y="4799"/>
                    </a:cubicBezTo>
                    <a:cubicBezTo>
                      <a:pt x="17045" y="3991"/>
                      <a:pt x="16274" y="3662"/>
                      <a:pt x="13914" y="3511"/>
                    </a:cubicBezTo>
                    <a:cubicBezTo>
                      <a:pt x="13914" y="3511"/>
                      <a:pt x="13601" y="3485"/>
                      <a:pt x="13395" y="3442"/>
                    </a:cubicBezTo>
                    <a:cubicBezTo>
                      <a:pt x="12846" y="3329"/>
                      <a:pt x="12392" y="3037"/>
                      <a:pt x="12378" y="2789"/>
                    </a:cubicBezTo>
                    <a:lnTo>
                      <a:pt x="12378" y="2601"/>
                    </a:lnTo>
                    <a:cubicBezTo>
                      <a:pt x="12763" y="2428"/>
                      <a:pt x="12897" y="2316"/>
                      <a:pt x="13034" y="1917"/>
                    </a:cubicBezTo>
                    <a:cubicBezTo>
                      <a:pt x="13089" y="1923"/>
                      <a:pt x="13228" y="1934"/>
                      <a:pt x="13283" y="1885"/>
                    </a:cubicBezTo>
                    <a:cubicBezTo>
                      <a:pt x="13585" y="1654"/>
                      <a:pt x="13903" y="1260"/>
                      <a:pt x="13463" y="1249"/>
                    </a:cubicBezTo>
                    <a:cubicBezTo>
                      <a:pt x="13367" y="1249"/>
                      <a:pt x="13283" y="1249"/>
                      <a:pt x="13215" y="1249"/>
                    </a:cubicBezTo>
                    <a:cubicBezTo>
                      <a:pt x="13256" y="1023"/>
                      <a:pt x="13257" y="812"/>
                      <a:pt x="13120" y="635"/>
                    </a:cubicBezTo>
                    <a:cubicBezTo>
                      <a:pt x="12846" y="263"/>
                      <a:pt x="12105" y="0"/>
                      <a:pt x="10787" y="0"/>
                    </a:cubicBezTo>
                    <a:cubicBezTo>
                      <a:pt x="10787" y="0"/>
                      <a:pt x="10770" y="0"/>
                      <a:pt x="10770" y="0"/>
                    </a:cubicBezTo>
                    <a:cubicBezTo>
                      <a:pt x="10770" y="0"/>
                      <a:pt x="10757" y="0"/>
                      <a:pt x="1075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254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endParaRPr/>
              </a:p>
            </p:txBody>
          </p:sp>
          <p:sp>
            <p:nvSpPr>
              <p:cNvPr id="39" name="Mensch">
                <a:extLst>
                  <a:ext uri="{FF2B5EF4-FFF2-40B4-BE49-F238E27FC236}">
                    <a16:creationId xmlns:a16="http://schemas.microsoft.com/office/drawing/2014/main" id="{9D378772-ABF4-421B-AA8E-0E985F663CE6}"/>
                  </a:ext>
                </a:extLst>
              </p:cNvPr>
              <p:cNvSpPr/>
              <p:nvPr/>
            </p:nvSpPr>
            <p:spPr>
              <a:xfrm>
                <a:off x="635000" y="0"/>
                <a:ext cx="249868" cy="63639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545" h="21537" extrusionOk="0">
                    <a:moveTo>
                      <a:pt x="10757" y="0"/>
                    </a:moveTo>
                    <a:cubicBezTo>
                      <a:pt x="9439" y="5"/>
                      <a:pt x="8698" y="263"/>
                      <a:pt x="8424" y="635"/>
                    </a:cubicBezTo>
                    <a:cubicBezTo>
                      <a:pt x="8300" y="812"/>
                      <a:pt x="8288" y="1023"/>
                      <a:pt x="8329" y="1249"/>
                    </a:cubicBezTo>
                    <a:cubicBezTo>
                      <a:pt x="8261" y="1249"/>
                      <a:pt x="8177" y="1249"/>
                      <a:pt x="8081" y="1249"/>
                    </a:cubicBezTo>
                    <a:cubicBezTo>
                      <a:pt x="7641" y="1260"/>
                      <a:pt x="7973" y="1654"/>
                      <a:pt x="8261" y="1885"/>
                    </a:cubicBezTo>
                    <a:cubicBezTo>
                      <a:pt x="8316" y="1934"/>
                      <a:pt x="8450" y="1923"/>
                      <a:pt x="8505" y="1917"/>
                    </a:cubicBezTo>
                    <a:cubicBezTo>
                      <a:pt x="8643" y="2311"/>
                      <a:pt x="8768" y="2428"/>
                      <a:pt x="9166" y="2601"/>
                    </a:cubicBezTo>
                    <a:lnTo>
                      <a:pt x="9166" y="2789"/>
                    </a:lnTo>
                    <a:cubicBezTo>
                      <a:pt x="9152" y="3032"/>
                      <a:pt x="8698" y="3329"/>
                      <a:pt x="8149" y="3442"/>
                    </a:cubicBezTo>
                    <a:cubicBezTo>
                      <a:pt x="7943" y="3485"/>
                      <a:pt x="7630" y="3511"/>
                      <a:pt x="7630" y="3511"/>
                    </a:cubicBezTo>
                    <a:cubicBezTo>
                      <a:pt x="5270" y="3657"/>
                      <a:pt x="4499" y="3991"/>
                      <a:pt x="4306" y="4799"/>
                    </a:cubicBezTo>
                    <a:cubicBezTo>
                      <a:pt x="4210" y="5165"/>
                      <a:pt x="4197" y="5989"/>
                      <a:pt x="3963" y="6716"/>
                    </a:cubicBezTo>
                    <a:cubicBezTo>
                      <a:pt x="3922" y="6835"/>
                      <a:pt x="3870" y="6948"/>
                      <a:pt x="3787" y="7067"/>
                    </a:cubicBezTo>
                    <a:cubicBezTo>
                      <a:pt x="3609" y="7331"/>
                      <a:pt x="3266" y="7880"/>
                      <a:pt x="3170" y="8279"/>
                    </a:cubicBezTo>
                    <a:cubicBezTo>
                      <a:pt x="2964" y="9178"/>
                      <a:pt x="2744" y="9534"/>
                      <a:pt x="2565" y="10208"/>
                    </a:cubicBezTo>
                    <a:cubicBezTo>
                      <a:pt x="2551" y="10272"/>
                      <a:pt x="2484" y="10391"/>
                      <a:pt x="2484" y="10391"/>
                    </a:cubicBezTo>
                    <a:cubicBezTo>
                      <a:pt x="2305" y="10693"/>
                      <a:pt x="1877" y="10784"/>
                      <a:pt x="1493" y="10913"/>
                    </a:cubicBezTo>
                    <a:cubicBezTo>
                      <a:pt x="916" y="11107"/>
                      <a:pt x="671" y="11462"/>
                      <a:pt x="95" y="11672"/>
                    </a:cubicBezTo>
                    <a:cubicBezTo>
                      <a:pt x="53" y="11683"/>
                      <a:pt x="27" y="11705"/>
                      <a:pt x="13" y="11721"/>
                    </a:cubicBezTo>
                    <a:cubicBezTo>
                      <a:pt x="-28" y="11759"/>
                      <a:pt x="12" y="11802"/>
                      <a:pt x="301" y="11797"/>
                    </a:cubicBezTo>
                    <a:cubicBezTo>
                      <a:pt x="740" y="11786"/>
                      <a:pt x="1289" y="11467"/>
                      <a:pt x="1399" y="11489"/>
                    </a:cubicBezTo>
                    <a:cubicBezTo>
                      <a:pt x="1481" y="11505"/>
                      <a:pt x="1451" y="11516"/>
                      <a:pt x="1437" y="11613"/>
                    </a:cubicBezTo>
                    <a:cubicBezTo>
                      <a:pt x="1355" y="11856"/>
                      <a:pt x="1080" y="12297"/>
                      <a:pt x="1025" y="12377"/>
                    </a:cubicBezTo>
                    <a:cubicBezTo>
                      <a:pt x="1012" y="12388"/>
                      <a:pt x="1013" y="12405"/>
                      <a:pt x="1000" y="12416"/>
                    </a:cubicBezTo>
                    <a:lnTo>
                      <a:pt x="905" y="12561"/>
                    </a:lnTo>
                    <a:cubicBezTo>
                      <a:pt x="878" y="12604"/>
                      <a:pt x="916" y="12654"/>
                      <a:pt x="1012" y="12680"/>
                    </a:cubicBezTo>
                    <a:cubicBezTo>
                      <a:pt x="1054" y="12691"/>
                      <a:pt x="1096" y="12691"/>
                      <a:pt x="1137" y="12691"/>
                    </a:cubicBezTo>
                    <a:cubicBezTo>
                      <a:pt x="1247" y="12691"/>
                      <a:pt x="1358" y="12663"/>
                      <a:pt x="1386" y="12615"/>
                    </a:cubicBezTo>
                    <a:lnTo>
                      <a:pt x="1493" y="12458"/>
                    </a:lnTo>
                    <a:cubicBezTo>
                      <a:pt x="1548" y="12399"/>
                      <a:pt x="1629" y="12308"/>
                      <a:pt x="1712" y="12206"/>
                    </a:cubicBezTo>
                    <a:cubicBezTo>
                      <a:pt x="1794" y="12109"/>
                      <a:pt x="1891" y="11995"/>
                      <a:pt x="1973" y="11888"/>
                    </a:cubicBezTo>
                    <a:cubicBezTo>
                      <a:pt x="1987" y="11888"/>
                      <a:pt x="1990" y="11888"/>
                      <a:pt x="2003" y="11888"/>
                    </a:cubicBezTo>
                    <a:cubicBezTo>
                      <a:pt x="1893" y="12103"/>
                      <a:pt x="1726" y="12449"/>
                      <a:pt x="1630" y="12627"/>
                    </a:cubicBezTo>
                    <a:lnTo>
                      <a:pt x="1574" y="12717"/>
                    </a:lnTo>
                    <a:cubicBezTo>
                      <a:pt x="1561" y="12744"/>
                      <a:pt x="1577" y="12767"/>
                      <a:pt x="1604" y="12788"/>
                    </a:cubicBezTo>
                    <a:cubicBezTo>
                      <a:pt x="1618" y="12820"/>
                      <a:pt x="1660" y="12837"/>
                      <a:pt x="1729" y="12842"/>
                    </a:cubicBezTo>
                    <a:cubicBezTo>
                      <a:pt x="1839" y="12853"/>
                      <a:pt x="1905" y="12847"/>
                      <a:pt x="1973" y="12820"/>
                    </a:cubicBezTo>
                    <a:cubicBezTo>
                      <a:pt x="2028" y="12809"/>
                      <a:pt x="2057" y="12788"/>
                      <a:pt x="2085" y="12761"/>
                    </a:cubicBezTo>
                    <a:lnTo>
                      <a:pt x="2179" y="12610"/>
                    </a:lnTo>
                    <a:cubicBezTo>
                      <a:pt x="2303" y="12427"/>
                      <a:pt x="2480" y="12157"/>
                      <a:pt x="2604" y="11973"/>
                    </a:cubicBezTo>
                    <a:cubicBezTo>
                      <a:pt x="2617" y="11968"/>
                      <a:pt x="2634" y="11975"/>
                      <a:pt x="2634" y="11980"/>
                    </a:cubicBezTo>
                    <a:cubicBezTo>
                      <a:pt x="2620" y="12045"/>
                      <a:pt x="2605" y="12114"/>
                      <a:pt x="2578" y="12184"/>
                    </a:cubicBezTo>
                    <a:lnTo>
                      <a:pt x="2428" y="12642"/>
                    </a:lnTo>
                    <a:cubicBezTo>
                      <a:pt x="2414" y="12696"/>
                      <a:pt x="2496" y="12749"/>
                      <a:pt x="2634" y="12755"/>
                    </a:cubicBezTo>
                    <a:cubicBezTo>
                      <a:pt x="2647" y="12755"/>
                      <a:pt x="2659" y="12755"/>
                      <a:pt x="2672" y="12755"/>
                    </a:cubicBezTo>
                    <a:cubicBezTo>
                      <a:pt x="2796" y="12755"/>
                      <a:pt x="2907" y="12717"/>
                      <a:pt x="2921" y="12669"/>
                    </a:cubicBezTo>
                    <a:lnTo>
                      <a:pt x="3003" y="12438"/>
                    </a:lnTo>
                    <a:cubicBezTo>
                      <a:pt x="3085" y="12282"/>
                      <a:pt x="3208" y="12066"/>
                      <a:pt x="3290" y="11904"/>
                    </a:cubicBezTo>
                    <a:cubicBezTo>
                      <a:pt x="3304" y="11894"/>
                      <a:pt x="3333" y="11899"/>
                      <a:pt x="3333" y="11909"/>
                    </a:cubicBezTo>
                    <a:cubicBezTo>
                      <a:pt x="3319" y="12006"/>
                      <a:pt x="3321" y="12115"/>
                      <a:pt x="3307" y="12223"/>
                    </a:cubicBezTo>
                    <a:cubicBezTo>
                      <a:pt x="3307" y="12239"/>
                      <a:pt x="3304" y="12260"/>
                      <a:pt x="3290" y="12276"/>
                    </a:cubicBezTo>
                    <a:lnTo>
                      <a:pt x="3264" y="12399"/>
                    </a:lnTo>
                    <a:cubicBezTo>
                      <a:pt x="3250" y="12442"/>
                      <a:pt x="3347" y="12487"/>
                      <a:pt x="3457" y="12492"/>
                    </a:cubicBezTo>
                    <a:cubicBezTo>
                      <a:pt x="3457" y="12492"/>
                      <a:pt x="3470" y="12492"/>
                      <a:pt x="3470" y="12492"/>
                    </a:cubicBezTo>
                    <a:cubicBezTo>
                      <a:pt x="3580" y="12492"/>
                      <a:pt x="3676" y="12459"/>
                      <a:pt x="3676" y="12416"/>
                    </a:cubicBezTo>
                    <a:lnTo>
                      <a:pt x="3702" y="12313"/>
                    </a:lnTo>
                    <a:cubicBezTo>
                      <a:pt x="3702" y="12303"/>
                      <a:pt x="3719" y="12292"/>
                      <a:pt x="3719" y="12281"/>
                    </a:cubicBezTo>
                    <a:cubicBezTo>
                      <a:pt x="3829" y="11748"/>
                      <a:pt x="3895" y="11834"/>
                      <a:pt x="3963" y="11591"/>
                    </a:cubicBezTo>
                    <a:cubicBezTo>
                      <a:pt x="4032" y="11317"/>
                      <a:pt x="4128" y="11097"/>
                      <a:pt x="4032" y="10822"/>
                    </a:cubicBezTo>
                    <a:cubicBezTo>
                      <a:pt x="4032" y="10806"/>
                      <a:pt x="4018" y="10789"/>
                      <a:pt x="4032" y="10773"/>
                    </a:cubicBezTo>
                    <a:cubicBezTo>
                      <a:pt x="4073" y="10622"/>
                      <a:pt x="4293" y="10422"/>
                      <a:pt x="4581" y="10034"/>
                    </a:cubicBezTo>
                    <a:cubicBezTo>
                      <a:pt x="5377" y="8919"/>
                      <a:pt x="5610" y="8640"/>
                      <a:pt x="6091" y="7348"/>
                    </a:cubicBezTo>
                    <a:lnTo>
                      <a:pt x="6327" y="6748"/>
                    </a:lnTo>
                    <a:cubicBezTo>
                      <a:pt x="6340" y="6716"/>
                      <a:pt x="6463" y="6716"/>
                      <a:pt x="6477" y="6748"/>
                    </a:cubicBezTo>
                    <a:cubicBezTo>
                      <a:pt x="6490" y="6808"/>
                      <a:pt x="6501" y="6868"/>
                      <a:pt x="6515" y="6922"/>
                    </a:cubicBezTo>
                    <a:cubicBezTo>
                      <a:pt x="6803" y="7929"/>
                      <a:pt x="6447" y="8661"/>
                      <a:pt x="6447" y="8661"/>
                    </a:cubicBezTo>
                    <a:cubicBezTo>
                      <a:pt x="5966" y="9975"/>
                      <a:pt x="5760" y="10762"/>
                      <a:pt x="6035" y="12238"/>
                    </a:cubicBezTo>
                    <a:cubicBezTo>
                      <a:pt x="6117" y="12690"/>
                      <a:pt x="6297" y="13246"/>
                      <a:pt x="6421" y="13655"/>
                    </a:cubicBezTo>
                    <a:cubicBezTo>
                      <a:pt x="6503" y="13914"/>
                      <a:pt x="6544" y="14172"/>
                      <a:pt x="6558" y="14436"/>
                    </a:cubicBezTo>
                    <a:cubicBezTo>
                      <a:pt x="6599" y="16758"/>
                      <a:pt x="6968" y="17237"/>
                      <a:pt x="7819" y="19607"/>
                    </a:cubicBezTo>
                    <a:cubicBezTo>
                      <a:pt x="7956" y="19984"/>
                      <a:pt x="7809" y="20189"/>
                      <a:pt x="7699" y="20313"/>
                    </a:cubicBezTo>
                    <a:cubicBezTo>
                      <a:pt x="7589" y="20436"/>
                      <a:pt x="6517" y="20958"/>
                      <a:pt x="6215" y="21104"/>
                    </a:cubicBezTo>
                    <a:cubicBezTo>
                      <a:pt x="6037" y="21190"/>
                      <a:pt x="5500" y="21336"/>
                      <a:pt x="5898" y="21417"/>
                    </a:cubicBezTo>
                    <a:cubicBezTo>
                      <a:pt x="6776" y="21600"/>
                      <a:pt x="8203" y="21595"/>
                      <a:pt x="9123" y="21245"/>
                    </a:cubicBezTo>
                    <a:cubicBezTo>
                      <a:pt x="9356" y="21154"/>
                      <a:pt x="9331" y="21002"/>
                      <a:pt x="9496" y="20900"/>
                    </a:cubicBezTo>
                    <a:cubicBezTo>
                      <a:pt x="9661" y="20803"/>
                      <a:pt x="9837" y="20764"/>
                      <a:pt x="10015" y="20619"/>
                    </a:cubicBezTo>
                    <a:cubicBezTo>
                      <a:pt x="10207" y="20474"/>
                      <a:pt x="9920" y="20108"/>
                      <a:pt x="9865" y="19580"/>
                    </a:cubicBezTo>
                    <a:cubicBezTo>
                      <a:pt x="9837" y="19349"/>
                      <a:pt x="9894" y="18583"/>
                      <a:pt x="9976" y="17867"/>
                    </a:cubicBezTo>
                    <a:cubicBezTo>
                      <a:pt x="10141" y="16466"/>
                      <a:pt x="10512" y="16407"/>
                      <a:pt x="10320" y="14554"/>
                    </a:cubicBezTo>
                    <a:cubicBezTo>
                      <a:pt x="10320" y="14554"/>
                      <a:pt x="10416" y="14059"/>
                      <a:pt x="10513" y="13386"/>
                    </a:cubicBezTo>
                    <a:cubicBezTo>
                      <a:pt x="10567" y="12998"/>
                      <a:pt x="10663" y="12325"/>
                      <a:pt x="10718" y="11904"/>
                    </a:cubicBezTo>
                    <a:cubicBezTo>
                      <a:pt x="10718" y="11883"/>
                      <a:pt x="10800" y="11883"/>
                      <a:pt x="10800" y="11904"/>
                    </a:cubicBezTo>
                    <a:cubicBezTo>
                      <a:pt x="10869" y="12325"/>
                      <a:pt x="10951" y="12998"/>
                      <a:pt x="11006" y="13386"/>
                    </a:cubicBezTo>
                    <a:cubicBezTo>
                      <a:pt x="11102" y="14054"/>
                      <a:pt x="11199" y="14554"/>
                      <a:pt x="11199" y="14554"/>
                    </a:cubicBezTo>
                    <a:cubicBezTo>
                      <a:pt x="11007" y="16407"/>
                      <a:pt x="11377" y="16461"/>
                      <a:pt x="11542" y="17867"/>
                    </a:cubicBezTo>
                    <a:cubicBezTo>
                      <a:pt x="11624" y="18583"/>
                      <a:pt x="11677" y="19349"/>
                      <a:pt x="11649" y="19580"/>
                    </a:cubicBezTo>
                    <a:cubicBezTo>
                      <a:pt x="11594" y="20114"/>
                      <a:pt x="11307" y="20474"/>
                      <a:pt x="11499" y="20619"/>
                    </a:cubicBezTo>
                    <a:cubicBezTo>
                      <a:pt x="11677" y="20759"/>
                      <a:pt x="11858" y="20798"/>
                      <a:pt x="12022" y="20900"/>
                    </a:cubicBezTo>
                    <a:cubicBezTo>
                      <a:pt x="12187" y="20997"/>
                      <a:pt x="12158" y="21154"/>
                      <a:pt x="12391" y="21245"/>
                    </a:cubicBezTo>
                    <a:cubicBezTo>
                      <a:pt x="13311" y="21595"/>
                      <a:pt x="14738" y="21600"/>
                      <a:pt x="15616" y="21417"/>
                    </a:cubicBezTo>
                    <a:cubicBezTo>
                      <a:pt x="16014" y="21331"/>
                      <a:pt x="15491" y="21190"/>
                      <a:pt x="15299" y="21104"/>
                    </a:cubicBezTo>
                    <a:cubicBezTo>
                      <a:pt x="14997" y="20953"/>
                      <a:pt x="13915" y="20436"/>
                      <a:pt x="13819" y="20313"/>
                    </a:cubicBezTo>
                    <a:cubicBezTo>
                      <a:pt x="13710" y="20189"/>
                      <a:pt x="13558" y="19984"/>
                      <a:pt x="13695" y="19607"/>
                    </a:cubicBezTo>
                    <a:cubicBezTo>
                      <a:pt x="14560" y="17237"/>
                      <a:pt x="14928" y="16758"/>
                      <a:pt x="14956" y="14436"/>
                    </a:cubicBezTo>
                    <a:cubicBezTo>
                      <a:pt x="14956" y="14178"/>
                      <a:pt x="15011" y="13919"/>
                      <a:pt x="15093" y="13660"/>
                    </a:cubicBezTo>
                    <a:cubicBezTo>
                      <a:pt x="15230" y="13251"/>
                      <a:pt x="15411" y="12690"/>
                      <a:pt x="15479" y="12243"/>
                    </a:cubicBezTo>
                    <a:cubicBezTo>
                      <a:pt x="15712" y="10729"/>
                      <a:pt x="15548" y="9982"/>
                      <a:pt x="15067" y="8667"/>
                    </a:cubicBezTo>
                    <a:cubicBezTo>
                      <a:pt x="15067" y="8667"/>
                      <a:pt x="14724" y="7934"/>
                      <a:pt x="14999" y="6927"/>
                    </a:cubicBezTo>
                    <a:cubicBezTo>
                      <a:pt x="15012" y="6873"/>
                      <a:pt x="15028" y="6814"/>
                      <a:pt x="15042" y="6755"/>
                    </a:cubicBezTo>
                    <a:cubicBezTo>
                      <a:pt x="15055" y="6723"/>
                      <a:pt x="15178" y="6717"/>
                      <a:pt x="15192" y="6755"/>
                    </a:cubicBezTo>
                    <a:lnTo>
                      <a:pt x="15423" y="7353"/>
                    </a:lnTo>
                    <a:cubicBezTo>
                      <a:pt x="15904" y="8646"/>
                      <a:pt x="16137" y="8926"/>
                      <a:pt x="16933" y="10041"/>
                    </a:cubicBezTo>
                    <a:cubicBezTo>
                      <a:pt x="17221" y="10434"/>
                      <a:pt x="17441" y="10633"/>
                      <a:pt x="17482" y="10778"/>
                    </a:cubicBezTo>
                    <a:cubicBezTo>
                      <a:pt x="17482" y="10794"/>
                      <a:pt x="17482" y="10811"/>
                      <a:pt x="17482" y="10827"/>
                    </a:cubicBezTo>
                    <a:cubicBezTo>
                      <a:pt x="17386" y="11102"/>
                      <a:pt x="17468" y="11327"/>
                      <a:pt x="17551" y="11596"/>
                    </a:cubicBezTo>
                    <a:cubicBezTo>
                      <a:pt x="17619" y="11839"/>
                      <a:pt x="17690" y="11753"/>
                      <a:pt x="17799" y="12287"/>
                    </a:cubicBezTo>
                    <a:cubicBezTo>
                      <a:pt x="17799" y="12297"/>
                      <a:pt x="17799" y="12308"/>
                      <a:pt x="17812" y="12319"/>
                    </a:cubicBezTo>
                    <a:lnTo>
                      <a:pt x="17838" y="12421"/>
                    </a:lnTo>
                    <a:cubicBezTo>
                      <a:pt x="17852" y="12464"/>
                      <a:pt x="17934" y="12497"/>
                      <a:pt x="18044" y="12497"/>
                    </a:cubicBezTo>
                    <a:cubicBezTo>
                      <a:pt x="18044" y="12497"/>
                      <a:pt x="18061" y="12497"/>
                      <a:pt x="18061" y="12497"/>
                    </a:cubicBezTo>
                    <a:cubicBezTo>
                      <a:pt x="18171" y="12492"/>
                      <a:pt x="18263" y="12453"/>
                      <a:pt x="18250" y="12404"/>
                    </a:cubicBezTo>
                    <a:lnTo>
                      <a:pt x="18224" y="12281"/>
                    </a:lnTo>
                    <a:cubicBezTo>
                      <a:pt x="18224" y="12265"/>
                      <a:pt x="18225" y="12244"/>
                      <a:pt x="18211" y="12228"/>
                    </a:cubicBezTo>
                    <a:cubicBezTo>
                      <a:pt x="18197" y="12120"/>
                      <a:pt x="18195" y="12011"/>
                      <a:pt x="18181" y="11915"/>
                    </a:cubicBezTo>
                    <a:cubicBezTo>
                      <a:pt x="18181" y="11904"/>
                      <a:pt x="18210" y="11904"/>
                      <a:pt x="18224" y="11909"/>
                    </a:cubicBezTo>
                    <a:cubicBezTo>
                      <a:pt x="18306" y="12071"/>
                      <a:pt x="18429" y="12292"/>
                      <a:pt x="18511" y="12443"/>
                    </a:cubicBezTo>
                    <a:lnTo>
                      <a:pt x="18593" y="12674"/>
                    </a:lnTo>
                    <a:cubicBezTo>
                      <a:pt x="18607" y="12722"/>
                      <a:pt x="18718" y="12761"/>
                      <a:pt x="18842" y="12761"/>
                    </a:cubicBezTo>
                    <a:cubicBezTo>
                      <a:pt x="18855" y="12761"/>
                      <a:pt x="18871" y="12761"/>
                      <a:pt x="18885" y="12761"/>
                    </a:cubicBezTo>
                    <a:cubicBezTo>
                      <a:pt x="19022" y="12750"/>
                      <a:pt x="19104" y="12701"/>
                      <a:pt x="19090" y="12647"/>
                    </a:cubicBezTo>
                    <a:lnTo>
                      <a:pt x="18936" y="12189"/>
                    </a:lnTo>
                    <a:cubicBezTo>
                      <a:pt x="18922" y="12119"/>
                      <a:pt x="18912" y="12044"/>
                      <a:pt x="18885" y="11985"/>
                    </a:cubicBezTo>
                    <a:cubicBezTo>
                      <a:pt x="18885" y="11980"/>
                      <a:pt x="18897" y="11980"/>
                      <a:pt x="18910" y="11980"/>
                    </a:cubicBezTo>
                    <a:cubicBezTo>
                      <a:pt x="19034" y="12163"/>
                      <a:pt x="19198" y="12432"/>
                      <a:pt x="19335" y="12615"/>
                    </a:cubicBezTo>
                    <a:lnTo>
                      <a:pt x="19434" y="12766"/>
                    </a:lnTo>
                    <a:cubicBezTo>
                      <a:pt x="19447" y="12793"/>
                      <a:pt x="19486" y="12809"/>
                      <a:pt x="19541" y="12825"/>
                    </a:cubicBezTo>
                    <a:cubicBezTo>
                      <a:pt x="19596" y="12852"/>
                      <a:pt x="19680" y="12858"/>
                      <a:pt x="19790" y="12847"/>
                    </a:cubicBezTo>
                    <a:cubicBezTo>
                      <a:pt x="19858" y="12842"/>
                      <a:pt x="19900" y="12820"/>
                      <a:pt x="19914" y="12793"/>
                    </a:cubicBezTo>
                    <a:cubicBezTo>
                      <a:pt x="19941" y="12772"/>
                      <a:pt x="19953" y="12744"/>
                      <a:pt x="19940" y="12723"/>
                    </a:cubicBezTo>
                    <a:lnTo>
                      <a:pt x="19884" y="12632"/>
                    </a:lnTo>
                    <a:cubicBezTo>
                      <a:pt x="19788" y="12459"/>
                      <a:pt x="19625" y="12108"/>
                      <a:pt x="19515" y="11893"/>
                    </a:cubicBezTo>
                    <a:cubicBezTo>
                      <a:pt x="19529" y="11893"/>
                      <a:pt x="19527" y="11893"/>
                      <a:pt x="19541" y="11893"/>
                    </a:cubicBezTo>
                    <a:cubicBezTo>
                      <a:pt x="19623" y="12000"/>
                      <a:pt x="19720" y="12108"/>
                      <a:pt x="19802" y="12211"/>
                    </a:cubicBezTo>
                    <a:cubicBezTo>
                      <a:pt x="19885" y="12313"/>
                      <a:pt x="19966" y="12406"/>
                      <a:pt x="20021" y="12465"/>
                    </a:cubicBezTo>
                    <a:lnTo>
                      <a:pt x="20133" y="12620"/>
                    </a:lnTo>
                    <a:cubicBezTo>
                      <a:pt x="20160" y="12663"/>
                      <a:pt x="20267" y="12696"/>
                      <a:pt x="20377" y="12696"/>
                    </a:cubicBezTo>
                    <a:cubicBezTo>
                      <a:pt x="20418" y="12696"/>
                      <a:pt x="20460" y="12691"/>
                      <a:pt x="20501" y="12685"/>
                    </a:cubicBezTo>
                    <a:cubicBezTo>
                      <a:pt x="20598" y="12664"/>
                      <a:pt x="20654" y="12614"/>
                      <a:pt x="20613" y="12566"/>
                    </a:cubicBezTo>
                    <a:lnTo>
                      <a:pt x="20514" y="12421"/>
                    </a:lnTo>
                    <a:cubicBezTo>
                      <a:pt x="20501" y="12410"/>
                      <a:pt x="20502" y="12395"/>
                      <a:pt x="20489" y="12384"/>
                    </a:cubicBezTo>
                    <a:cubicBezTo>
                      <a:pt x="20434" y="12303"/>
                      <a:pt x="20159" y="11861"/>
                      <a:pt x="20077" y="11618"/>
                    </a:cubicBezTo>
                    <a:cubicBezTo>
                      <a:pt x="20063" y="11521"/>
                      <a:pt x="20037" y="11512"/>
                      <a:pt x="20120" y="11495"/>
                    </a:cubicBezTo>
                    <a:cubicBezTo>
                      <a:pt x="20230" y="11468"/>
                      <a:pt x="20792" y="11791"/>
                      <a:pt x="21218" y="11802"/>
                    </a:cubicBezTo>
                    <a:cubicBezTo>
                      <a:pt x="21533" y="11802"/>
                      <a:pt x="21572" y="11759"/>
                      <a:pt x="21531" y="11721"/>
                    </a:cubicBezTo>
                    <a:cubicBezTo>
                      <a:pt x="21517" y="11705"/>
                      <a:pt x="21491" y="11683"/>
                      <a:pt x="21449" y="11672"/>
                    </a:cubicBezTo>
                    <a:cubicBezTo>
                      <a:pt x="20873" y="11462"/>
                      <a:pt x="20628" y="11107"/>
                      <a:pt x="20051" y="10913"/>
                    </a:cubicBezTo>
                    <a:cubicBezTo>
                      <a:pt x="19667" y="10784"/>
                      <a:pt x="19239" y="10693"/>
                      <a:pt x="19060" y="10391"/>
                    </a:cubicBezTo>
                    <a:cubicBezTo>
                      <a:pt x="19060" y="10391"/>
                      <a:pt x="18993" y="10278"/>
                      <a:pt x="18979" y="10208"/>
                    </a:cubicBezTo>
                    <a:cubicBezTo>
                      <a:pt x="18800" y="9534"/>
                      <a:pt x="18580" y="9173"/>
                      <a:pt x="18374" y="8279"/>
                    </a:cubicBezTo>
                    <a:cubicBezTo>
                      <a:pt x="18278" y="7880"/>
                      <a:pt x="17935" y="7331"/>
                      <a:pt x="17757" y="7067"/>
                    </a:cubicBezTo>
                    <a:cubicBezTo>
                      <a:pt x="17674" y="6943"/>
                      <a:pt x="17608" y="6813"/>
                      <a:pt x="17581" y="6690"/>
                    </a:cubicBezTo>
                    <a:cubicBezTo>
                      <a:pt x="17361" y="5968"/>
                      <a:pt x="17334" y="5160"/>
                      <a:pt x="17238" y="4799"/>
                    </a:cubicBezTo>
                    <a:cubicBezTo>
                      <a:pt x="17045" y="3991"/>
                      <a:pt x="16274" y="3662"/>
                      <a:pt x="13914" y="3511"/>
                    </a:cubicBezTo>
                    <a:cubicBezTo>
                      <a:pt x="13914" y="3511"/>
                      <a:pt x="13601" y="3485"/>
                      <a:pt x="13395" y="3442"/>
                    </a:cubicBezTo>
                    <a:cubicBezTo>
                      <a:pt x="12846" y="3329"/>
                      <a:pt x="12392" y="3037"/>
                      <a:pt x="12378" y="2789"/>
                    </a:cubicBezTo>
                    <a:lnTo>
                      <a:pt x="12378" y="2601"/>
                    </a:lnTo>
                    <a:cubicBezTo>
                      <a:pt x="12763" y="2428"/>
                      <a:pt x="12897" y="2316"/>
                      <a:pt x="13034" y="1917"/>
                    </a:cubicBezTo>
                    <a:cubicBezTo>
                      <a:pt x="13089" y="1923"/>
                      <a:pt x="13228" y="1934"/>
                      <a:pt x="13283" y="1885"/>
                    </a:cubicBezTo>
                    <a:cubicBezTo>
                      <a:pt x="13585" y="1654"/>
                      <a:pt x="13903" y="1260"/>
                      <a:pt x="13463" y="1249"/>
                    </a:cubicBezTo>
                    <a:cubicBezTo>
                      <a:pt x="13367" y="1249"/>
                      <a:pt x="13283" y="1249"/>
                      <a:pt x="13215" y="1249"/>
                    </a:cubicBezTo>
                    <a:cubicBezTo>
                      <a:pt x="13256" y="1023"/>
                      <a:pt x="13257" y="812"/>
                      <a:pt x="13120" y="635"/>
                    </a:cubicBezTo>
                    <a:cubicBezTo>
                      <a:pt x="12846" y="263"/>
                      <a:pt x="12105" y="0"/>
                      <a:pt x="10787" y="0"/>
                    </a:cubicBezTo>
                    <a:cubicBezTo>
                      <a:pt x="10787" y="0"/>
                      <a:pt x="10770" y="0"/>
                      <a:pt x="10770" y="0"/>
                    </a:cubicBezTo>
                    <a:cubicBezTo>
                      <a:pt x="10770" y="0"/>
                      <a:pt x="10757" y="0"/>
                      <a:pt x="1075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254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endParaRPr/>
              </a:p>
            </p:txBody>
          </p:sp>
          <p:sp>
            <p:nvSpPr>
              <p:cNvPr id="40" name="Mensch">
                <a:extLst>
                  <a:ext uri="{FF2B5EF4-FFF2-40B4-BE49-F238E27FC236}">
                    <a16:creationId xmlns:a16="http://schemas.microsoft.com/office/drawing/2014/main" id="{2FAAB604-0558-49D4-BED4-9E9B1883D8B2}"/>
                  </a:ext>
                </a:extLst>
              </p:cNvPr>
              <p:cNvSpPr/>
              <p:nvPr/>
            </p:nvSpPr>
            <p:spPr>
              <a:xfrm>
                <a:off x="952500" y="0"/>
                <a:ext cx="249868" cy="63639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545" h="21537" extrusionOk="0">
                    <a:moveTo>
                      <a:pt x="10757" y="0"/>
                    </a:moveTo>
                    <a:cubicBezTo>
                      <a:pt x="9439" y="5"/>
                      <a:pt x="8698" y="263"/>
                      <a:pt x="8424" y="635"/>
                    </a:cubicBezTo>
                    <a:cubicBezTo>
                      <a:pt x="8300" y="812"/>
                      <a:pt x="8288" y="1023"/>
                      <a:pt x="8329" y="1249"/>
                    </a:cubicBezTo>
                    <a:cubicBezTo>
                      <a:pt x="8261" y="1249"/>
                      <a:pt x="8177" y="1249"/>
                      <a:pt x="8081" y="1249"/>
                    </a:cubicBezTo>
                    <a:cubicBezTo>
                      <a:pt x="7641" y="1260"/>
                      <a:pt x="7973" y="1654"/>
                      <a:pt x="8261" y="1885"/>
                    </a:cubicBezTo>
                    <a:cubicBezTo>
                      <a:pt x="8316" y="1934"/>
                      <a:pt x="8450" y="1923"/>
                      <a:pt x="8505" y="1917"/>
                    </a:cubicBezTo>
                    <a:cubicBezTo>
                      <a:pt x="8643" y="2311"/>
                      <a:pt x="8768" y="2428"/>
                      <a:pt x="9166" y="2601"/>
                    </a:cubicBezTo>
                    <a:lnTo>
                      <a:pt x="9166" y="2789"/>
                    </a:lnTo>
                    <a:cubicBezTo>
                      <a:pt x="9152" y="3032"/>
                      <a:pt x="8698" y="3329"/>
                      <a:pt x="8149" y="3442"/>
                    </a:cubicBezTo>
                    <a:cubicBezTo>
                      <a:pt x="7943" y="3485"/>
                      <a:pt x="7630" y="3511"/>
                      <a:pt x="7630" y="3511"/>
                    </a:cubicBezTo>
                    <a:cubicBezTo>
                      <a:pt x="5270" y="3657"/>
                      <a:pt x="4499" y="3991"/>
                      <a:pt x="4306" y="4799"/>
                    </a:cubicBezTo>
                    <a:cubicBezTo>
                      <a:pt x="4210" y="5165"/>
                      <a:pt x="4197" y="5989"/>
                      <a:pt x="3963" y="6716"/>
                    </a:cubicBezTo>
                    <a:cubicBezTo>
                      <a:pt x="3922" y="6835"/>
                      <a:pt x="3870" y="6948"/>
                      <a:pt x="3787" y="7067"/>
                    </a:cubicBezTo>
                    <a:cubicBezTo>
                      <a:pt x="3609" y="7331"/>
                      <a:pt x="3266" y="7880"/>
                      <a:pt x="3170" y="8279"/>
                    </a:cubicBezTo>
                    <a:cubicBezTo>
                      <a:pt x="2964" y="9178"/>
                      <a:pt x="2744" y="9534"/>
                      <a:pt x="2565" y="10208"/>
                    </a:cubicBezTo>
                    <a:cubicBezTo>
                      <a:pt x="2551" y="10272"/>
                      <a:pt x="2484" y="10391"/>
                      <a:pt x="2484" y="10391"/>
                    </a:cubicBezTo>
                    <a:cubicBezTo>
                      <a:pt x="2305" y="10693"/>
                      <a:pt x="1877" y="10784"/>
                      <a:pt x="1493" y="10913"/>
                    </a:cubicBezTo>
                    <a:cubicBezTo>
                      <a:pt x="916" y="11107"/>
                      <a:pt x="671" y="11462"/>
                      <a:pt x="95" y="11672"/>
                    </a:cubicBezTo>
                    <a:cubicBezTo>
                      <a:pt x="53" y="11683"/>
                      <a:pt x="27" y="11705"/>
                      <a:pt x="13" y="11721"/>
                    </a:cubicBezTo>
                    <a:cubicBezTo>
                      <a:pt x="-28" y="11759"/>
                      <a:pt x="12" y="11802"/>
                      <a:pt x="301" y="11797"/>
                    </a:cubicBezTo>
                    <a:cubicBezTo>
                      <a:pt x="740" y="11786"/>
                      <a:pt x="1289" y="11467"/>
                      <a:pt x="1399" y="11489"/>
                    </a:cubicBezTo>
                    <a:cubicBezTo>
                      <a:pt x="1481" y="11505"/>
                      <a:pt x="1451" y="11516"/>
                      <a:pt x="1437" y="11613"/>
                    </a:cubicBezTo>
                    <a:cubicBezTo>
                      <a:pt x="1355" y="11856"/>
                      <a:pt x="1080" y="12297"/>
                      <a:pt x="1025" y="12377"/>
                    </a:cubicBezTo>
                    <a:cubicBezTo>
                      <a:pt x="1012" y="12388"/>
                      <a:pt x="1013" y="12405"/>
                      <a:pt x="1000" y="12416"/>
                    </a:cubicBezTo>
                    <a:lnTo>
                      <a:pt x="905" y="12561"/>
                    </a:lnTo>
                    <a:cubicBezTo>
                      <a:pt x="878" y="12604"/>
                      <a:pt x="916" y="12654"/>
                      <a:pt x="1012" y="12680"/>
                    </a:cubicBezTo>
                    <a:cubicBezTo>
                      <a:pt x="1054" y="12691"/>
                      <a:pt x="1096" y="12691"/>
                      <a:pt x="1137" y="12691"/>
                    </a:cubicBezTo>
                    <a:cubicBezTo>
                      <a:pt x="1247" y="12691"/>
                      <a:pt x="1358" y="12663"/>
                      <a:pt x="1386" y="12615"/>
                    </a:cubicBezTo>
                    <a:lnTo>
                      <a:pt x="1493" y="12458"/>
                    </a:lnTo>
                    <a:cubicBezTo>
                      <a:pt x="1548" y="12399"/>
                      <a:pt x="1629" y="12308"/>
                      <a:pt x="1712" y="12206"/>
                    </a:cubicBezTo>
                    <a:cubicBezTo>
                      <a:pt x="1794" y="12109"/>
                      <a:pt x="1891" y="11995"/>
                      <a:pt x="1973" y="11888"/>
                    </a:cubicBezTo>
                    <a:cubicBezTo>
                      <a:pt x="1987" y="11888"/>
                      <a:pt x="1990" y="11888"/>
                      <a:pt x="2003" y="11888"/>
                    </a:cubicBezTo>
                    <a:cubicBezTo>
                      <a:pt x="1893" y="12103"/>
                      <a:pt x="1726" y="12449"/>
                      <a:pt x="1630" y="12627"/>
                    </a:cubicBezTo>
                    <a:lnTo>
                      <a:pt x="1574" y="12717"/>
                    </a:lnTo>
                    <a:cubicBezTo>
                      <a:pt x="1561" y="12744"/>
                      <a:pt x="1577" y="12767"/>
                      <a:pt x="1604" y="12788"/>
                    </a:cubicBezTo>
                    <a:cubicBezTo>
                      <a:pt x="1618" y="12820"/>
                      <a:pt x="1660" y="12837"/>
                      <a:pt x="1729" y="12842"/>
                    </a:cubicBezTo>
                    <a:cubicBezTo>
                      <a:pt x="1839" y="12853"/>
                      <a:pt x="1905" y="12847"/>
                      <a:pt x="1973" y="12820"/>
                    </a:cubicBezTo>
                    <a:cubicBezTo>
                      <a:pt x="2028" y="12809"/>
                      <a:pt x="2057" y="12788"/>
                      <a:pt x="2085" y="12761"/>
                    </a:cubicBezTo>
                    <a:lnTo>
                      <a:pt x="2179" y="12610"/>
                    </a:lnTo>
                    <a:cubicBezTo>
                      <a:pt x="2303" y="12427"/>
                      <a:pt x="2480" y="12157"/>
                      <a:pt x="2604" y="11973"/>
                    </a:cubicBezTo>
                    <a:cubicBezTo>
                      <a:pt x="2617" y="11968"/>
                      <a:pt x="2634" y="11975"/>
                      <a:pt x="2634" y="11980"/>
                    </a:cubicBezTo>
                    <a:cubicBezTo>
                      <a:pt x="2620" y="12045"/>
                      <a:pt x="2605" y="12114"/>
                      <a:pt x="2578" y="12184"/>
                    </a:cubicBezTo>
                    <a:lnTo>
                      <a:pt x="2428" y="12642"/>
                    </a:lnTo>
                    <a:cubicBezTo>
                      <a:pt x="2414" y="12696"/>
                      <a:pt x="2496" y="12749"/>
                      <a:pt x="2634" y="12755"/>
                    </a:cubicBezTo>
                    <a:cubicBezTo>
                      <a:pt x="2647" y="12755"/>
                      <a:pt x="2659" y="12755"/>
                      <a:pt x="2672" y="12755"/>
                    </a:cubicBezTo>
                    <a:cubicBezTo>
                      <a:pt x="2796" y="12755"/>
                      <a:pt x="2907" y="12717"/>
                      <a:pt x="2921" y="12669"/>
                    </a:cubicBezTo>
                    <a:lnTo>
                      <a:pt x="3003" y="12438"/>
                    </a:lnTo>
                    <a:cubicBezTo>
                      <a:pt x="3085" y="12282"/>
                      <a:pt x="3208" y="12066"/>
                      <a:pt x="3290" y="11904"/>
                    </a:cubicBezTo>
                    <a:cubicBezTo>
                      <a:pt x="3304" y="11894"/>
                      <a:pt x="3333" y="11899"/>
                      <a:pt x="3333" y="11909"/>
                    </a:cubicBezTo>
                    <a:cubicBezTo>
                      <a:pt x="3319" y="12006"/>
                      <a:pt x="3321" y="12115"/>
                      <a:pt x="3307" y="12223"/>
                    </a:cubicBezTo>
                    <a:cubicBezTo>
                      <a:pt x="3307" y="12239"/>
                      <a:pt x="3304" y="12260"/>
                      <a:pt x="3290" y="12276"/>
                    </a:cubicBezTo>
                    <a:lnTo>
                      <a:pt x="3264" y="12399"/>
                    </a:lnTo>
                    <a:cubicBezTo>
                      <a:pt x="3250" y="12442"/>
                      <a:pt x="3347" y="12487"/>
                      <a:pt x="3457" y="12492"/>
                    </a:cubicBezTo>
                    <a:cubicBezTo>
                      <a:pt x="3457" y="12492"/>
                      <a:pt x="3470" y="12492"/>
                      <a:pt x="3470" y="12492"/>
                    </a:cubicBezTo>
                    <a:cubicBezTo>
                      <a:pt x="3580" y="12492"/>
                      <a:pt x="3676" y="12459"/>
                      <a:pt x="3676" y="12416"/>
                    </a:cubicBezTo>
                    <a:lnTo>
                      <a:pt x="3702" y="12313"/>
                    </a:lnTo>
                    <a:cubicBezTo>
                      <a:pt x="3702" y="12303"/>
                      <a:pt x="3719" y="12292"/>
                      <a:pt x="3719" y="12281"/>
                    </a:cubicBezTo>
                    <a:cubicBezTo>
                      <a:pt x="3829" y="11748"/>
                      <a:pt x="3895" y="11834"/>
                      <a:pt x="3963" y="11591"/>
                    </a:cubicBezTo>
                    <a:cubicBezTo>
                      <a:pt x="4032" y="11317"/>
                      <a:pt x="4128" y="11097"/>
                      <a:pt x="4032" y="10822"/>
                    </a:cubicBezTo>
                    <a:cubicBezTo>
                      <a:pt x="4032" y="10806"/>
                      <a:pt x="4018" y="10789"/>
                      <a:pt x="4032" y="10773"/>
                    </a:cubicBezTo>
                    <a:cubicBezTo>
                      <a:pt x="4073" y="10622"/>
                      <a:pt x="4293" y="10422"/>
                      <a:pt x="4581" y="10034"/>
                    </a:cubicBezTo>
                    <a:cubicBezTo>
                      <a:pt x="5377" y="8919"/>
                      <a:pt x="5610" y="8640"/>
                      <a:pt x="6091" y="7348"/>
                    </a:cubicBezTo>
                    <a:lnTo>
                      <a:pt x="6327" y="6748"/>
                    </a:lnTo>
                    <a:cubicBezTo>
                      <a:pt x="6340" y="6716"/>
                      <a:pt x="6463" y="6716"/>
                      <a:pt x="6477" y="6748"/>
                    </a:cubicBezTo>
                    <a:cubicBezTo>
                      <a:pt x="6490" y="6808"/>
                      <a:pt x="6501" y="6868"/>
                      <a:pt x="6515" y="6922"/>
                    </a:cubicBezTo>
                    <a:cubicBezTo>
                      <a:pt x="6803" y="7929"/>
                      <a:pt x="6447" y="8661"/>
                      <a:pt x="6447" y="8661"/>
                    </a:cubicBezTo>
                    <a:cubicBezTo>
                      <a:pt x="5966" y="9975"/>
                      <a:pt x="5760" y="10762"/>
                      <a:pt x="6035" y="12238"/>
                    </a:cubicBezTo>
                    <a:cubicBezTo>
                      <a:pt x="6117" y="12690"/>
                      <a:pt x="6297" y="13246"/>
                      <a:pt x="6421" y="13655"/>
                    </a:cubicBezTo>
                    <a:cubicBezTo>
                      <a:pt x="6503" y="13914"/>
                      <a:pt x="6544" y="14172"/>
                      <a:pt x="6558" y="14436"/>
                    </a:cubicBezTo>
                    <a:cubicBezTo>
                      <a:pt x="6599" y="16758"/>
                      <a:pt x="6968" y="17237"/>
                      <a:pt x="7819" y="19607"/>
                    </a:cubicBezTo>
                    <a:cubicBezTo>
                      <a:pt x="7956" y="19984"/>
                      <a:pt x="7809" y="20189"/>
                      <a:pt x="7699" y="20313"/>
                    </a:cubicBezTo>
                    <a:cubicBezTo>
                      <a:pt x="7589" y="20436"/>
                      <a:pt x="6517" y="20958"/>
                      <a:pt x="6215" y="21104"/>
                    </a:cubicBezTo>
                    <a:cubicBezTo>
                      <a:pt x="6037" y="21190"/>
                      <a:pt x="5500" y="21336"/>
                      <a:pt x="5898" y="21417"/>
                    </a:cubicBezTo>
                    <a:cubicBezTo>
                      <a:pt x="6776" y="21600"/>
                      <a:pt x="8203" y="21595"/>
                      <a:pt x="9123" y="21245"/>
                    </a:cubicBezTo>
                    <a:cubicBezTo>
                      <a:pt x="9356" y="21154"/>
                      <a:pt x="9331" y="21002"/>
                      <a:pt x="9496" y="20900"/>
                    </a:cubicBezTo>
                    <a:cubicBezTo>
                      <a:pt x="9661" y="20803"/>
                      <a:pt x="9837" y="20764"/>
                      <a:pt x="10015" y="20619"/>
                    </a:cubicBezTo>
                    <a:cubicBezTo>
                      <a:pt x="10207" y="20474"/>
                      <a:pt x="9920" y="20108"/>
                      <a:pt x="9865" y="19580"/>
                    </a:cubicBezTo>
                    <a:cubicBezTo>
                      <a:pt x="9837" y="19349"/>
                      <a:pt x="9894" y="18583"/>
                      <a:pt x="9976" y="17867"/>
                    </a:cubicBezTo>
                    <a:cubicBezTo>
                      <a:pt x="10141" y="16466"/>
                      <a:pt x="10512" y="16407"/>
                      <a:pt x="10320" y="14554"/>
                    </a:cubicBezTo>
                    <a:cubicBezTo>
                      <a:pt x="10320" y="14554"/>
                      <a:pt x="10416" y="14059"/>
                      <a:pt x="10513" y="13386"/>
                    </a:cubicBezTo>
                    <a:cubicBezTo>
                      <a:pt x="10567" y="12998"/>
                      <a:pt x="10663" y="12325"/>
                      <a:pt x="10718" y="11904"/>
                    </a:cubicBezTo>
                    <a:cubicBezTo>
                      <a:pt x="10718" y="11883"/>
                      <a:pt x="10800" y="11883"/>
                      <a:pt x="10800" y="11904"/>
                    </a:cubicBezTo>
                    <a:cubicBezTo>
                      <a:pt x="10869" y="12325"/>
                      <a:pt x="10951" y="12998"/>
                      <a:pt x="11006" y="13386"/>
                    </a:cubicBezTo>
                    <a:cubicBezTo>
                      <a:pt x="11102" y="14054"/>
                      <a:pt x="11199" y="14554"/>
                      <a:pt x="11199" y="14554"/>
                    </a:cubicBezTo>
                    <a:cubicBezTo>
                      <a:pt x="11007" y="16407"/>
                      <a:pt x="11377" y="16461"/>
                      <a:pt x="11542" y="17867"/>
                    </a:cubicBezTo>
                    <a:cubicBezTo>
                      <a:pt x="11624" y="18583"/>
                      <a:pt x="11677" y="19349"/>
                      <a:pt x="11649" y="19580"/>
                    </a:cubicBezTo>
                    <a:cubicBezTo>
                      <a:pt x="11594" y="20114"/>
                      <a:pt x="11307" y="20474"/>
                      <a:pt x="11499" y="20619"/>
                    </a:cubicBezTo>
                    <a:cubicBezTo>
                      <a:pt x="11677" y="20759"/>
                      <a:pt x="11858" y="20798"/>
                      <a:pt x="12022" y="20900"/>
                    </a:cubicBezTo>
                    <a:cubicBezTo>
                      <a:pt x="12187" y="20997"/>
                      <a:pt x="12158" y="21154"/>
                      <a:pt x="12391" y="21245"/>
                    </a:cubicBezTo>
                    <a:cubicBezTo>
                      <a:pt x="13311" y="21595"/>
                      <a:pt x="14738" y="21600"/>
                      <a:pt x="15616" y="21417"/>
                    </a:cubicBezTo>
                    <a:cubicBezTo>
                      <a:pt x="16014" y="21331"/>
                      <a:pt x="15491" y="21190"/>
                      <a:pt x="15299" y="21104"/>
                    </a:cubicBezTo>
                    <a:cubicBezTo>
                      <a:pt x="14997" y="20953"/>
                      <a:pt x="13915" y="20436"/>
                      <a:pt x="13819" y="20313"/>
                    </a:cubicBezTo>
                    <a:cubicBezTo>
                      <a:pt x="13710" y="20189"/>
                      <a:pt x="13558" y="19984"/>
                      <a:pt x="13695" y="19607"/>
                    </a:cubicBezTo>
                    <a:cubicBezTo>
                      <a:pt x="14560" y="17237"/>
                      <a:pt x="14928" y="16758"/>
                      <a:pt x="14956" y="14436"/>
                    </a:cubicBezTo>
                    <a:cubicBezTo>
                      <a:pt x="14956" y="14178"/>
                      <a:pt x="15011" y="13919"/>
                      <a:pt x="15093" y="13660"/>
                    </a:cubicBezTo>
                    <a:cubicBezTo>
                      <a:pt x="15230" y="13251"/>
                      <a:pt x="15411" y="12690"/>
                      <a:pt x="15479" y="12243"/>
                    </a:cubicBezTo>
                    <a:cubicBezTo>
                      <a:pt x="15712" y="10729"/>
                      <a:pt x="15548" y="9982"/>
                      <a:pt x="15067" y="8667"/>
                    </a:cubicBezTo>
                    <a:cubicBezTo>
                      <a:pt x="15067" y="8667"/>
                      <a:pt x="14724" y="7934"/>
                      <a:pt x="14999" y="6927"/>
                    </a:cubicBezTo>
                    <a:cubicBezTo>
                      <a:pt x="15012" y="6873"/>
                      <a:pt x="15028" y="6814"/>
                      <a:pt x="15042" y="6755"/>
                    </a:cubicBezTo>
                    <a:cubicBezTo>
                      <a:pt x="15055" y="6723"/>
                      <a:pt x="15178" y="6717"/>
                      <a:pt x="15192" y="6755"/>
                    </a:cubicBezTo>
                    <a:lnTo>
                      <a:pt x="15423" y="7353"/>
                    </a:lnTo>
                    <a:cubicBezTo>
                      <a:pt x="15904" y="8646"/>
                      <a:pt x="16137" y="8926"/>
                      <a:pt x="16933" y="10041"/>
                    </a:cubicBezTo>
                    <a:cubicBezTo>
                      <a:pt x="17221" y="10434"/>
                      <a:pt x="17441" y="10633"/>
                      <a:pt x="17482" y="10778"/>
                    </a:cubicBezTo>
                    <a:cubicBezTo>
                      <a:pt x="17482" y="10794"/>
                      <a:pt x="17482" y="10811"/>
                      <a:pt x="17482" y="10827"/>
                    </a:cubicBezTo>
                    <a:cubicBezTo>
                      <a:pt x="17386" y="11102"/>
                      <a:pt x="17468" y="11327"/>
                      <a:pt x="17551" y="11596"/>
                    </a:cubicBezTo>
                    <a:cubicBezTo>
                      <a:pt x="17619" y="11839"/>
                      <a:pt x="17690" y="11753"/>
                      <a:pt x="17799" y="12287"/>
                    </a:cubicBezTo>
                    <a:cubicBezTo>
                      <a:pt x="17799" y="12297"/>
                      <a:pt x="17799" y="12308"/>
                      <a:pt x="17812" y="12319"/>
                    </a:cubicBezTo>
                    <a:lnTo>
                      <a:pt x="17838" y="12421"/>
                    </a:lnTo>
                    <a:cubicBezTo>
                      <a:pt x="17852" y="12464"/>
                      <a:pt x="17934" y="12497"/>
                      <a:pt x="18044" y="12497"/>
                    </a:cubicBezTo>
                    <a:cubicBezTo>
                      <a:pt x="18044" y="12497"/>
                      <a:pt x="18061" y="12497"/>
                      <a:pt x="18061" y="12497"/>
                    </a:cubicBezTo>
                    <a:cubicBezTo>
                      <a:pt x="18171" y="12492"/>
                      <a:pt x="18263" y="12453"/>
                      <a:pt x="18250" y="12404"/>
                    </a:cubicBezTo>
                    <a:lnTo>
                      <a:pt x="18224" y="12281"/>
                    </a:lnTo>
                    <a:cubicBezTo>
                      <a:pt x="18224" y="12265"/>
                      <a:pt x="18225" y="12244"/>
                      <a:pt x="18211" y="12228"/>
                    </a:cubicBezTo>
                    <a:cubicBezTo>
                      <a:pt x="18197" y="12120"/>
                      <a:pt x="18195" y="12011"/>
                      <a:pt x="18181" y="11915"/>
                    </a:cubicBezTo>
                    <a:cubicBezTo>
                      <a:pt x="18181" y="11904"/>
                      <a:pt x="18210" y="11904"/>
                      <a:pt x="18224" y="11909"/>
                    </a:cubicBezTo>
                    <a:cubicBezTo>
                      <a:pt x="18306" y="12071"/>
                      <a:pt x="18429" y="12292"/>
                      <a:pt x="18511" y="12443"/>
                    </a:cubicBezTo>
                    <a:lnTo>
                      <a:pt x="18593" y="12674"/>
                    </a:lnTo>
                    <a:cubicBezTo>
                      <a:pt x="18607" y="12722"/>
                      <a:pt x="18718" y="12761"/>
                      <a:pt x="18842" y="12761"/>
                    </a:cubicBezTo>
                    <a:cubicBezTo>
                      <a:pt x="18855" y="12761"/>
                      <a:pt x="18871" y="12761"/>
                      <a:pt x="18885" y="12761"/>
                    </a:cubicBezTo>
                    <a:cubicBezTo>
                      <a:pt x="19022" y="12750"/>
                      <a:pt x="19104" y="12701"/>
                      <a:pt x="19090" y="12647"/>
                    </a:cubicBezTo>
                    <a:lnTo>
                      <a:pt x="18936" y="12189"/>
                    </a:lnTo>
                    <a:cubicBezTo>
                      <a:pt x="18922" y="12119"/>
                      <a:pt x="18912" y="12044"/>
                      <a:pt x="18885" y="11985"/>
                    </a:cubicBezTo>
                    <a:cubicBezTo>
                      <a:pt x="18885" y="11980"/>
                      <a:pt x="18897" y="11980"/>
                      <a:pt x="18910" y="11980"/>
                    </a:cubicBezTo>
                    <a:cubicBezTo>
                      <a:pt x="19034" y="12163"/>
                      <a:pt x="19198" y="12432"/>
                      <a:pt x="19335" y="12615"/>
                    </a:cubicBezTo>
                    <a:lnTo>
                      <a:pt x="19434" y="12766"/>
                    </a:lnTo>
                    <a:cubicBezTo>
                      <a:pt x="19447" y="12793"/>
                      <a:pt x="19486" y="12809"/>
                      <a:pt x="19541" y="12825"/>
                    </a:cubicBezTo>
                    <a:cubicBezTo>
                      <a:pt x="19596" y="12852"/>
                      <a:pt x="19680" y="12858"/>
                      <a:pt x="19790" y="12847"/>
                    </a:cubicBezTo>
                    <a:cubicBezTo>
                      <a:pt x="19858" y="12842"/>
                      <a:pt x="19900" y="12820"/>
                      <a:pt x="19914" y="12793"/>
                    </a:cubicBezTo>
                    <a:cubicBezTo>
                      <a:pt x="19941" y="12772"/>
                      <a:pt x="19953" y="12744"/>
                      <a:pt x="19940" y="12723"/>
                    </a:cubicBezTo>
                    <a:lnTo>
                      <a:pt x="19884" y="12632"/>
                    </a:lnTo>
                    <a:cubicBezTo>
                      <a:pt x="19788" y="12459"/>
                      <a:pt x="19625" y="12108"/>
                      <a:pt x="19515" y="11893"/>
                    </a:cubicBezTo>
                    <a:cubicBezTo>
                      <a:pt x="19529" y="11893"/>
                      <a:pt x="19527" y="11893"/>
                      <a:pt x="19541" y="11893"/>
                    </a:cubicBezTo>
                    <a:cubicBezTo>
                      <a:pt x="19623" y="12000"/>
                      <a:pt x="19720" y="12108"/>
                      <a:pt x="19802" y="12211"/>
                    </a:cubicBezTo>
                    <a:cubicBezTo>
                      <a:pt x="19885" y="12313"/>
                      <a:pt x="19966" y="12406"/>
                      <a:pt x="20021" y="12465"/>
                    </a:cubicBezTo>
                    <a:lnTo>
                      <a:pt x="20133" y="12620"/>
                    </a:lnTo>
                    <a:cubicBezTo>
                      <a:pt x="20160" y="12663"/>
                      <a:pt x="20267" y="12696"/>
                      <a:pt x="20377" y="12696"/>
                    </a:cubicBezTo>
                    <a:cubicBezTo>
                      <a:pt x="20418" y="12696"/>
                      <a:pt x="20460" y="12691"/>
                      <a:pt x="20501" y="12685"/>
                    </a:cubicBezTo>
                    <a:cubicBezTo>
                      <a:pt x="20598" y="12664"/>
                      <a:pt x="20654" y="12614"/>
                      <a:pt x="20613" y="12566"/>
                    </a:cubicBezTo>
                    <a:lnTo>
                      <a:pt x="20514" y="12421"/>
                    </a:lnTo>
                    <a:cubicBezTo>
                      <a:pt x="20501" y="12410"/>
                      <a:pt x="20502" y="12395"/>
                      <a:pt x="20489" y="12384"/>
                    </a:cubicBezTo>
                    <a:cubicBezTo>
                      <a:pt x="20434" y="12303"/>
                      <a:pt x="20159" y="11861"/>
                      <a:pt x="20077" y="11618"/>
                    </a:cubicBezTo>
                    <a:cubicBezTo>
                      <a:pt x="20063" y="11521"/>
                      <a:pt x="20037" y="11512"/>
                      <a:pt x="20120" y="11495"/>
                    </a:cubicBezTo>
                    <a:cubicBezTo>
                      <a:pt x="20230" y="11468"/>
                      <a:pt x="20792" y="11791"/>
                      <a:pt x="21218" y="11802"/>
                    </a:cubicBezTo>
                    <a:cubicBezTo>
                      <a:pt x="21533" y="11802"/>
                      <a:pt x="21572" y="11759"/>
                      <a:pt x="21531" y="11721"/>
                    </a:cubicBezTo>
                    <a:cubicBezTo>
                      <a:pt x="21517" y="11705"/>
                      <a:pt x="21491" y="11683"/>
                      <a:pt x="21449" y="11672"/>
                    </a:cubicBezTo>
                    <a:cubicBezTo>
                      <a:pt x="20873" y="11462"/>
                      <a:pt x="20628" y="11107"/>
                      <a:pt x="20051" y="10913"/>
                    </a:cubicBezTo>
                    <a:cubicBezTo>
                      <a:pt x="19667" y="10784"/>
                      <a:pt x="19239" y="10693"/>
                      <a:pt x="19060" y="10391"/>
                    </a:cubicBezTo>
                    <a:cubicBezTo>
                      <a:pt x="19060" y="10391"/>
                      <a:pt x="18993" y="10278"/>
                      <a:pt x="18979" y="10208"/>
                    </a:cubicBezTo>
                    <a:cubicBezTo>
                      <a:pt x="18800" y="9534"/>
                      <a:pt x="18580" y="9173"/>
                      <a:pt x="18374" y="8279"/>
                    </a:cubicBezTo>
                    <a:cubicBezTo>
                      <a:pt x="18278" y="7880"/>
                      <a:pt x="17935" y="7331"/>
                      <a:pt x="17757" y="7067"/>
                    </a:cubicBezTo>
                    <a:cubicBezTo>
                      <a:pt x="17674" y="6943"/>
                      <a:pt x="17608" y="6813"/>
                      <a:pt x="17581" y="6690"/>
                    </a:cubicBezTo>
                    <a:cubicBezTo>
                      <a:pt x="17361" y="5968"/>
                      <a:pt x="17334" y="5160"/>
                      <a:pt x="17238" y="4799"/>
                    </a:cubicBezTo>
                    <a:cubicBezTo>
                      <a:pt x="17045" y="3991"/>
                      <a:pt x="16274" y="3662"/>
                      <a:pt x="13914" y="3511"/>
                    </a:cubicBezTo>
                    <a:cubicBezTo>
                      <a:pt x="13914" y="3511"/>
                      <a:pt x="13601" y="3485"/>
                      <a:pt x="13395" y="3442"/>
                    </a:cubicBezTo>
                    <a:cubicBezTo>
                      <a:pt x="12846" y="3329"/>
                      <a:pt x="12392" y="3037"/>
                      <a:pt x="12378" y="2789"/>
                    </a:cubicBezTo>
                    <a:lnTo>
                      <a:pt x="12378" y="2601"/>
                    </a:lnTo>
                    <a:cubicBezTo>
                      <a:pt x="12763" y="2428"/>
                      <a:pt x="12897" y="2316"/>
                      <a:pt x="13034" y="1917"/>
                    </a:cubicBezTo>
                    <a:cubicBezTo>
                      <a:pt x="13089" y="1923"/>
                      <a:pt x="13228" y="1934"/>
                      <a:pt x="13283" y="1885"/>
                    </a:cubicBezTo>
                    <a:cubicBezTo>
                      <a:pt x="13585" y="1654"/>
                      <a:pt x="13903" y="1260"/>
                      <a:pt x="13463" y="1249"/>
                    </a:cubicBezTo>
                    <a:cubicBezTo>
                      <a:pt x="13367" y="1249"/>
                      <a:pt x="13283" y="1249"/>
                      <a:pt x="13215" y="1249"/>
                    </a:cubicBezTo>
                    <a:cubicBezTo>
                      <a:pt x="13256" y="1023"/>
                      <a:pt x="13257" y="812"/>
                      <a:pt x="13120" y="635"/>
                    </a:cubicBezTo>
                    <a:cubicBezTo>
                      <a:pt x="12846" y="263"/>
                      <a:pt x="12105" y="0"/>
                      <a:pt x="10787" y="0"/>
                    </a:cubicBezTo>
                    <a:cubicBezTo>
                      <a:pt x="10787" y="0"/>
                      <a:pt x="10770" y="0"/>
                      <a:pt x="10770" y="0"/>
                    </a:cubicBezTo>
                    <a:cubicBezTo>
                      <a:pt x="10770" y="0"/>
                      <a:pt x="10757" y="0"/>
                      <a:pt x="1075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254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endParaRPr/>
              </a:p>
            </p:txBody>
          </p:sp>
          <p:sp>
            <p:nvSpPr>
              <p:cNvPr id="41" name="Mensch">
                <a:extLst>
                  <a:ext uri="{FF2B5EF4-FFF2-40B4-BE49-F238E27FC236}">
                    <a16:creationId xmlns:a16="http://schemas.microsoft.com/office/drawing/2014/main" id="{8AB4D9BC-EFC4-4E40-9D02-FACB2DEFE0A6}"/>
                  </a:ext>
                </a:extLst>
              </p:cNvPr>
              <p:cNvSpPr/>
              <p:nvPr/>
            </p:nvSpPr>
            <p:spPr>
              <a:xfrm>
                <a:off x="317499" y="381000"/>
                <a:ext cx="249869" cy="63639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545" h="21537" extrusionOk="0">
                    <a:moveTo>
                      <a:pt x="10757" y="0"/>
                    </a:moveTo>
                    <a:cubicBezTo>
                      <a:pt x="9439" y="5"/>
                      <a:pt x="8698" y="263"/>
                      <a:pt x="8424" y="635"/>
                    </a:cubicBezTo>
                    <a:cubicBezTo>
                      <a:pt x="8300" y="812"/>
                      <a:pt x="8288" y="1023"/>
                      <a:pt x="8329" y="1249"/>
                    </a:cubicBezTo>
                    <a:cubicBezTo>
                      <a:pt x="8261" y="1249"/>
                      <a:pt x="8177" y="1249"/>
                      <a:pt x="8081" y="1249"/>
                    </a:cubicBezTo>
                    <a:cubicBezTo>
                      <a:pt x="7641" y="1260"/>
                      <a:pt x="7973" y="1654"/>
                      <a:pt x="8261" y="1885"/>
                    </a:cubicBezTo>
                    <a:cubicBezTo>
                      <a:pt x="8316" y="1934"/>
                      <a:pt x="8450" y="1923"/>
                      <a:pt x="8505" y="1917"/>
                    </a:cubicBezTo>
                    <a:cubicBezTo>
                      <a:pt x="8643" y="2311"/>
                      <a:pt x="8768" y="2428"/>
                      <a:pt x="9166" y="2601"/>
                    </a:cubicBezTo>
                    <a:lnTo>
                      <a:pt x="9166" y="2789"/>
                    </a:lnTo>
                    <a:cubicBezTo>
                      <a:pt x="9152" y="3032"/>
                      <a:pt x="8698" y="3329"/>
                      <a:pt x="8149" y="3442"/>
                    </a:cubicBezTo>
                    <a:cubicBezTo>
                      <a:pt x="7943" y="3485"/>
                      <a:pt x="7630" y="3511"/>
                      <a:pt x="7630" y="3511"/>
                    </a:cubicBezTo>
                    <a:cubicBezTo>
                      <a:pt x="5270" y="3657"/>
                      <a:pt x="4499" y="3991"/>
                      <a:pt x="4306" y="4799"/>
                    </a:cubicBezTo>
                    <a:cubicBezTo>
                      <a:pt x="4210" y="5165"/>
                      <a:pt x="4197" y="5989"/>
                      <a:pt x="3963" y="6716"/>
                    </a:cubicBezTo>
                    <a:cubicBezTo>
                      <a:pt x="3922" y="6835"/>
                      <a:pt x="3870" y="6948"/>
                      <a:pt x="3787" y="7067"/>
                    </a:cubicBezTo>
                    <a:cubicBezTo>
                      <a:pt x="3609" y="7331"/>
                      <a:pt x="3266" y="7880"/>
                      <a:pt x="3170" y="8279"/>
                    </a:cubicBezTo>
                    <a:cubicBezTo>
                      <a:pt x="2964" y="9178"/>
                      <a:pt x="2744" y="9534"/>
                      <a:pt x="2565" y="10208"/>
                    </a:cubicBezTo>
                    <a:cubicBezTo>
                      <a:pt x="2551" y="10272"/>
                      <a:pt x="2484" y="10391"/>
                      <a:pt x="2484" y="10391"/>
                    </a:cubicBezTo>
                    <a:cubicBezTo>
                      <a:pt x="2305" y="10693"/>
                      <a:pt x="1877" y="10784"/>
                      <a:pt x="1493" y="10913"/>
                    </a:cubicBezTo>
                    <a:cubicBezTo>
                      <a:pt x="916" y="11107"/>
                      <a:pt x="671" y="11462"/>
                      <a:pt x="95" y="11672"/>
                    </a:cubicBezTo>
                    <a:cubicBezTo>
                      <a:pt x="53" y="11683"/>
                      <a:pt x="27" y="11705"/>
                      <a:pt x="13" y="11721"/>
                    </a:cubicBezTo>
                    <a:cubicBezTo>
                      <a:pt x="-28" y="11759"/>
                      <a:pt x="12" y="11802"/>
                      <a:pt x="301" y="11797"/>
                    </a:cubicBezTo>
                    <a:cubicBezTo>
                      <a:pt x="740" y="11786"/>
                      <a:pt x="1289" y="11467"/>
                      <a:pt x="1399" y="11489"/>
                    </a:cubicBezTo>
                    <a:cubicBezTo>
                      <a:pt x="1481" y="11505"/>
                      <a:pt x="1451" y="11516"/>
                      <a:pt x="1437" y="11613"/>
                    </a:cubicBezTo>
                    <a:cubicBezTo>
                      <a:pt x="1355" y="11856"/>
                      <a:pt x="1080" y="12297"/>
                      <a:pt x="1025" y="12377"/>
                    </a:cubicBezTo>
                    <a:cubicBezTo>
                      <a:pt x="1012" y="12388"/>
                      <a:pt x="1013" y="12405"/>
                      <a:pt x="1000" y="12416"/>
                    </a:cubicBezTo>
                    <a:lnTo>
                      <a:pt x="905" y="12561"/>
                    </a:lnTo>
                    <a:cubicBezTo>
                      <a:pt x="878" y="12604"/>
                      <a:pt x="916" y="12654"/>
                      <a:pt x="1012" y="12680"/>
                    </a:cubicBezTo>
                    <a:cubicBezTo>
                      <a:pt x="1054" y="12691"/>
                      <a:pt x="1096" y="12691"/>
                      <a:pt x="1137" y="12691"/>
                    </a:cubicBezTo>
                    <a:cubicBezTo>
                      <a:pt x="1247" y="12691"/>
                      <a:pt x="1358" y="12663"/>
                      <a:pt x="1386" y="12615"/>
                    </a:cubicBezTo>
                    <a:lnTo>
                      <a:pt x="1493" y="12458"/>
                    </a:lnTo>
                    <a:cubicBezTo>
                      <a:pt x="1548" y="12399"/>
                      <a:pt x="1629" y="12308"/>
                      <a:pt x="1712" y="12206"/>
                    </a:cubicBezTo>
                    <a:cubicBezTo>
                      <a:pt x="1794" y="12109"/>
                      <a:pt x="1891" y="11995"/>
                      <a:pt x="1973" y="11888"/>
                    </a:cubicBezTo>
                    <a:cubicBezTo>
                      <a:pt x="1987" y="11888"/>
                      <a:pt x="1990" y="11888"/>
                      <a:pt x="2003" y="11888"/>
                    </a:cubicBezTo>
                    <a:cubicBezTo>
                      <a:pt x="1893" y="12103"/>
                      <a:pt x="1726" y="12449"/>
                      <a:pt x="1630" y="12627"/>
                    </a:cubicBezTo>
                    <a:lnTo>
                      <a:pt x="1574" y="12717"/>
                    </a:lnTo>
                    <a:cubicBezTo>
                      <a:pt x="1561" y="12744"/>
                      <a:pt x="1577" y="12767"/>
                      <a:pt x="1604" y="12788"/>
                    </a:cubicBezTo>
                    <a:cubicBezTo>
                      <a:pt x="1618" y="12820"/>
                      <a:pt x="1660" y="12837"/>
                      <a:pt x="1729" y="12842"/>
                    </a:cubicBezTo>
                    <a:cubicBezTo>
                      <a:pt x="1839" y="12853"/>
                      <a:pt x="1905" y="12847"/>
                      <a:pt x="1973" y="12820"/>
                    </a:cubicBezTo>
                    <a:cubicBezTo>
                      <a:pt x="2028" y="12809"/>
                      <a:pt x="2057" y="12788"/>
                      <a:pt x="2085" y="12761"/>
                    </a:cubicBezTo>
                    <a:lnTo>
                      <a:pt x="2179" y="12610"/>
                    </a:lnTo>
                    <a:cubicBezTo>
                      <a:pt x="2303" y="12427"/>
                      <a:pt x="2480" y="12157"/>
                      <a:pt x="2604" y="11973"/>
                    </a:cubicBezTo>
                    <a:cubicBezTo>
                      <a:pt x="2617" y="11968"/>
                      <a:pt x="2634" y="11975"/>
                      <a:pt x="2634" y="11980"/>
                    </a:cubicBezTo>
                    <a:cubicBezTo>
                      <a:pt x="2620" y="12045"/>
                      <a:pt x="2605" y="12114"/>
                      <a:pt x="2578" y="12184"/>
                    </a:cubicBezTo>
                    <a:lnTo>
                      <a:pt x="2428" y="12642"/>
                    </a:lnTo>
                    <a:cubicBezTo>
                      <a:pt x="2414" y="12696"/>
                      <a:pt x="2496" y="12749"/>
                      <a:pt x="2634" y="12755"/>
                    </a:cubicBezTo>
                    <a:cubicBezTo>
                      <a:pt x="2647" y="12755"/>
                      <a:pt x="2659" y="12755"/>
                      <a:pt x="2672" y="12755"/>
                    </a:cubicBezTo>
                    <a:cubicBezTo>
                      <a:pt x="2796" y="12755"/>
                      <a:pt x="2907" y="12717"/>
                      <a:pt x="2921" y="12669"/>
                    </a:cubicBezTo>
                    <a:lnTo>
                      <a:pt x="3003" y="12438"/>
                    </a:lnTo>
                    <a:cubicBezTo>
                      <a:pt x="3085" y="12282"/>
                      <a:pt x="3208" y="12066"/>
                      <a:pt x="3290" y="11904"/>
                    </a:cubicBezTo>
                    <a:cubicBezTo>
                      <a:pt x="3304" y="11894"/>
                      <a:pt x="3333" y="11899"/>
                      <a:pt x="3333" y="11909"/>
                    </a:cubicBezTo>
                    <a:cubicBezTo>
                      <a:pt x="3319" y="12006"/>
                      <a:pt x="3321" y="12115"/>
                      <a:pt x="3307" y="12223"/>
                    </a:cubicBezTo>
                    <a:cubicBezTo>
                      <a:pt x="3307" y="12239"/>
                      <a:pt x="3304" y="12260"/>
                      <a:pt x="3290" y="12276"/>
                    </a:cubicBezTo>
                    <a:lnTo>
                      <a:pt x="3264" y="12399"/>
                    </a:lnTo>
                    <a:cubicBezTo>
                      <a:pt x="3250" y="12442"/>
                      <a:pt x="3347" y="12487"/>
                      <a:pt x="3457" y="12492"/>
                    </a:cubicBezTo>
                    <a:cubicBezTo>
                      <a:pt x="3457" y="12492"/>
                      <a:pt x="3470" y="12492"/>
                      <a:pt x="3470" y="12492"/>
                    </a:cubicBezTo>
                    <a:cubicBezTo>
                      <a:pt x="3580" y="12492"/>
                      <a:pt x="3676" y="12459"/>
                      <a:pt x="3676" y="12416"/>
                    </a:cubicBezTo>
                    <a:lnTo>
                      <a:pt x="3702" y="12313"/>
                    </a:lnTo>
                    <a:cubicBezTo>
                      <a:pt x="3702" y="12303"/>
                      <a:pt x="3719" y="12292"/>
                      <a:pt x="3719" y="12281"/>
                    </a:cubicBezTo>
                    <a:cubicBezTo>
                      <a:pt x="3829" y="11748"/>
                      <a:pt x="3895" y="11834"/>
                      <a:pt x="3963" y="11591"/>
                    </a:cubicBezTo>
                    <a:cubicBezTo>
                      <a:pt x="4032" y="11317"/>
                      <a:pt x="4128" y="11097"/>
                      <a:pt x="4032" y="10822"/>
                    </a:cubicBezTo>
                    <a:cubicBezTo>
                      <a:pt x="4032" y="10806"/>
                      <a:pt x="4018" y="10789"/>
                      <a:pt x="4032" y="10773"/>
                    </a:cubicBezTo>
                    <a:cubicBezTo>
                      <a:pt x="4073" y="10622"/>
                      <a:pt x="4293" y="10422"/>
                      <a:pt x="4581" y="10034"/>
                    </a:cubicBezTo>
                    <a:cubicBezTo>
                      <a:pt x="5377" y="8919"/>
                      <a:pt x="5610" y="8640"/>
                      <a:pt x="6091" y="7348"/>
                    </a:cubicBezTo>
                    <a:lnTo>
                      <a:pt x="6327" y="6748"/>
                    </a:lnTo>
                    <a:cubicBezTo>
                      <a:pt x="6340" y="6716"/>
                      <a:pt x="6463" y="6716"/>
                      <a:pt x="6477" y="6748"/>
                    </a:cubicBezTo>
                    <a:cubicBezTo>
                      <a:pt x="6490" y="6808"/>
                      <a:pt x="6501" y="6868"/>
                      <a:pt x="6515" y="6922"/>
                    </a:cubicBezTo>
                    <a:cubicBezTo>
                      <a:pt x="6803" y="7929"/>
                      <a:pt x="6447" y="8661"/>
                      <a:pt x="6447" y="8661"/>
                    </a:cubicBezTo>
                    <a:cubicBezTo>
                      <a:pt x="5966" y="9975"/>
                      <a:pt x="5760" y="10762"/>
                      <a:pt x="6035" y="12238"/>
                    </a:cubicBezTo>
                    <a:cubicBezTo>
                      <a:pt x="6117" y="12690"/>
                      <a:pt x="6297" y="13246"/>
                      <a:pt x="6421" y="13655"/>
                    </a:cubicBezTo>
                    <a:cubicBezTo>
                      <a:pt x="6503" y="13914"/>
                      <a:pt x="6544" y="14172"/>
                      <a:pt x="6558" y="14436"/>
                    </a:cubicBezTo>
                    <a:cubicBezTo>
                      <a:pt x="6599" y="16758"/>
                      <a:pt x="6968" y="17237"/>
                      <a:pt x="7819" y="19607"/>
                    </a:cubicBezTo>
                    <a:cubicBezTo>
                      <a:pt x="7956" y="19984"/>
                      <a:pt x="7809" y="20189"/>
                      <a:pt x="7699" y="20313"/>
                    </a:cubicBezTo>
                    <a:cubicBezTo>
                      <a:pt x="7589" y="20436"/>
                      <a:pt x="6517" y="20958"/>
                      <a:pt x="6215" y="21104"/>
                    </a:cubicBezTo>
                    <a:cubicBezTo>
                      <a:pt x="6037" y="21190"/>
                      <a:pt x="5500" y="21336"/>
                      <a:pt x="5898" y="21417"/>
                    </a:cubicBezTo>
                    <a:cubicBezTo>
                      <a:pt x="6776" y="21600"/>
                      <a:pt x="8203" y="21595"/>
                      <a:pt x="9123" y="21245"/>
                    </a:cubicBezTo>
                    <a:cubicBezTo>
                      <a:pt x="9356" y="21154"/>
                      <a:pt x="9331" y="21002"/>
                      <a:pt x="9496" y="20900"/>
                    </a:cubicBezTo>
                    <a:cubicBezTo>
                      <a:pt x="9661" y="20803"/>
                      <a:pt x="9837" y="20764"/>
                      <a:pt x="10015" y="20619"/>
                    </a:cubicBezTo>
                    <a:cubicBezTo>
                      <a:pt x="10207" y="20474"/>
                      <a:pt x="9920" y="20108"/>
                      <a:pt x="9865" y="19580"/>
                    </a:cubicBezTo>
                    <a:cubicBezTo>
                      <a:pt x="9837" y="19349"/>
                      <a:pt x="9894" y="18583"/>
                      <a:pt x="9976" y="17867"/>
                    </a:cubicBezTo>
                    <a:cubicBezTo>
                      <a:pt x="10141" y="16466"/>
                      <a:pt x="10512" y="16407"/>
                      <a:pt x="10320" y="14554"/>
                    </a:cubicBezTo>
                    <a:cubicBezTo>
                      <a:pt x="10320" y="14554"/>
                      <a:pt x="10416" y="14059"/>
                      <a:pt x="10513" y="13386"/>
                    </a:cubicBezTo>
                    <a:cubicBezTo>
                      <a:pt x="10567" y="12998"/>
                      <a:pt x="10663" y="12325"/>
                      <a:pt x="10718" y="11904"/>
                    </a:cubicBezTo>
                    <a:cubicBezTo>
                      <a:pt x="10718" y="11883"/>
                      <a:pt x="10800" y="11883"/>
                      <a:pt x="10800" y="11904"/>
                    </a:cubicBezTo>
                    <a:cubicBezTo>
                      <a:pt x="10869" y="12325"/>
                      <a:pt x="10951" y="12998"/>
                      <a:pt x="11006" y="13386"/>
                    </a:cubicBezTo>
                    <a:cubicBezTo>
                      <a:pt x="11102" y="14054"/>
                      <a:pt x="11199" y="14554"/>
                      <a:pt x="11199" y="14554"/>
                    </a:cubicBezTo>
                    <a:cubicBezTo>
                      <a:pt x="11007" y="16407"/>
                      <a:pt x="11377" y="16461"/>
                      <a:pt x="11542" y="17867"/>
                    </a:cubicBezTo>
                    <a:cubicBezTo>
                      <a:pt x="11624" y="18583"/>
                      <a:pt x="11677" y="19349"/>
                      <a:pt x="11649" y="19580"/>
                    </a:cubicBezTo>
                    <a:cubicBezTo>
                      <a:pt x="11594" y="20114"/>
                      <a:pt x="11307" y="20474"/>
                      <a:pt x="11499" y="20619"/>
                    </a:cubicBezTo>
                    <a:cubicBezTo>
                      <a:pt x="11677" y="20759"/>
                      <a:pt x="11858" y="20798"/>
                      <a:pt x="12022" y="20900"/>
                    </a:cubicBezTo>
                    <a:cubicBezTo>
                      <a:pt x="12187" y="20997"/>
                      <a:pt x="12158" y="21154"/>
                      <a:pt x="12391" y="21245"/>
                    </a:cubicBezTo>
                    <a:cubicBezTo>
                      <a:pt x="13311" y="21595"/>
                      <a:pt x="14738" y="21600"/>
                      <a:pt x="15616" y="21417"/>
                    </a:cubicBezTo>
                    <a:cubicBezTo>
                      <a:pt x="16014" y="21331"/>
                      <a:pt x="15491" y="21190"/>
                      <a:pt x="15299" y="21104"/>
                    </a:cubicBezTo>
                    <a:cubicBezTo>
                      <a:pt x="14997" y="20953"/>
                      <a:pt x="13915" y="20436"/>
                      <a:pt x="13819" y="20313"/>
                    </a:cubicBezTo>
                    <a:cubicBezTo>
                      <a:pt x="13710" y="20189"/>
                      <a:pt x="13558" y="19984"/>
                      <a:pt x="13695" y="19607"/>
                    </a:cubicBezTo>
                    <a:cubicBezTo>
                      <a:pt x="14560" y="17237"/>
                      <a:pt x="14928" y="16758"/>
                      <a:pt x="14956" y="14436"/>
                    </a:cubicBezTo>
                    <a:cubicBezTo>
                      <a:pt x="14956" y="14178"/>
                      <a:pt x="15011" y="13919"/>
                      <a:pt x="15093" y="13660"/>
                    </a:cubicBezTo>
                    <a:cubicBezTo>
                      <a:pt x="15230" y="13251"/>
                      <a:pt x="15411" y="12690"/>
                      <a:pt x="15479" y="12243"/>
                    </a:cubicBezTo>
                    <a:cubicBezTo>
                      <a:pt x="15712" y="10729"/>
                      <a:pt x="15548" y="9982"/>
                      <a:pt x="15067" y="8667"/>
                    </a:cubicBezTo>
                    <a:cubicBezTo>
                      <a:pt x="15067" y="8667"/>
                      <a:pt x="14724" y="7934"/>
                      <a:pt x="14999" y="6927"/>
                    </a:cubicBezTo>
                    <a:cubicBezTo>
                      <a:pt x="15012" y="6873"/>
                      <a:pt x="15028" y="6814"/>
                      <a:pt x="15042" y="6755"/>
                    </a:cubicBezTo>
                    <a:cubicBezTo>
                      <a:pt x="15055" y="6723"/>
                      <a:pt x="15178" y="6717"/>
                      <a:pt x="15192" y="6755"/>
                    </a:cubicBezTo>
                    <a:lnTo>
                      <a:pt x="15423" y="7353"/>
                    </a:lnTo>
                    <a:cubicBezTo>
                      <a:pt x="15904" y="8646"/>
                      <a:pt x="16137" y="8926"/>
                      <a:pt x="16933" y="10041"/>
                    </a:cubicBezTo>
                    <a:cubicBezTo>
                      <a:pt x="17221" y="10434"/>
                      <a:pt x="17441" y="10633"/>
                      <a:pt x="17482" y="10778"/>
                    </a:cubicBezTo>
                    <a:cubicBezTo>
                      <a:pt x="17482" y="10794"/>
                      <a:pt x="17482" y="10811"/>
                      <a:pt x="17482" y="10827"/>
                    </a:cubicBezTo>
                    <a:cubicBezTo>
                      <a:pt x="17386" y="11102"/>
                      <a:pt x="17468" y="11327"/>
                      <a:pt x="17551" y="11596"/>
                    </a:cubicBezTo>
                    <a:cubicBezTo>
                      <a:pt x="17619" y="11839"/>
                      <a:pt x="17690" y="11753"/>
                      <a:pt x="17799" y="12287"/>
                    </a:cubicBezTo>
                    <a:cubicBezTo>
                      <a:pt x="17799" y="12297"/>
                      <a:pt x="17799" y="12308"/>
                      <a:pt x="17812" y="12319"/>
                    </a:cubicBezTo>
                    <a:lnTo>
                      <a:pt x="17838" y="12421"/>
                    </a:lnTo>
                    <a:cubicBezTo>
                      <a:pt x="17852" y="12464"/>
                      <a:pt x="17934" y="12497"/>
                      <a:pt x="18044" y="12497"/>
                    </a:cubicBezTo>
                    <a:cubicBezTo>
                      <a:pt x="18044" y="12497"/>
                      <a:pt x="18061" y="12497"/>
                      <a:pt x="18061" y="12497"/>
                    </a:cubicBezTo>
                    <a:cubicBezTo>
                      <a:pt x="18171" y="12492"/>
                      <a:pt x="18263" y="12453"/>
                      <a:pt x="18250" y="12404"/>
                    </a:cubicBezTo>
                    <a:lnTo>
                      <a:pt x="18224" y="12281"/>
                    </a:lnTo>
                    <a:cubicBezTo>
                      <a:pt x="18224" y="12265"/>
                      <a:pt x="18225" y="12244"/>
                      <a:pt x="18211" y="12228"/>
                    </a:cubicBezTo>
                    <a:cubicBezTo>
                      <a:pt x="18197" y="12120"/>
                      <a:pt x="18195" y="12011"/>
                      <a:pt x="18181" y="11915"/>
                    </a:cubicBezTo>
                    <a:cubicBezTo>
                      <a:pt x="18181" y="11904"/>
                      <a:pt x="18210" y="11904"/>
                      <a:pt x="18224" y="11909"/>
                    </a:cubicBezTo>
                    <a:cubicBezTo>
                      <a:pt x="18306" y="12071"/>
                      <a:pt x="18429" y="12292"/>
                      <a:pt x="18511" y="12443"/>
                    </a:cubicBezTo>
                    <a:lnTo>
                      <a:pt x="18593" y="12674"/>
                    </a:lnTo>
                    <a:cubicBezTo>
                      <a:pt x="18607" y="12722"/>
                      <a:pt x="18718" y="12761"/>
                      <a:pt x="18842" y="12761"/>
                    </a:cubicBezTo>
                    <a:cubicBezTo>
                      <a:pt x="18855" y="12761"/>
                      <a:pt x="18871" y="12761"/>
                      <a:pt x="18885" y="12761"/>
                    </a:cubicBezTo>
                    <a:cubicBezTo>
                      <a:pt x="19022" y="12750"/>
                      <a:pt x="19104" y="12701"/>
                      <a:pt x="19090" y="12647"/>
                    </a:cubicBezTo>
                    <a:lnTo>
                      <a:pt x="18936" y="12189"/>
                    </a:lnTo>
                    <a:cubicBezTo>
                      <a:pt x="18922" y="12119"/>
                      <a:pt x="18912" y="12044"/>
                      <a:pt x="18885" y="11985"/>
                    </a:cubicBezTo>
                    <a:cubicBezTo>
                      <a:pt x="18885" y="11980"/>
                      <a:pt x="18897" y="11980"/>
                      <a:pt x="18910" y="11980"/>
                    </a:cubicBezTo>
                    <a:cubicBezTo>
                      <a:pt x="19034" y="12163"/>
                      <a:pt x="19198" y="12432"/>
                      <a:pt x="19335" y="12615"/>
                    </a:cubicBezTo>
                    <a:lnTo>
                      <a:pt x="19434" y="12766"/>
                    </a:lnTo>
                    <a:cubicBezTo>
                      <a:pt x="19447" y="12793"/>
                      <a:pt x="19486" y="12809"/>
                      <a:pt x="19541" y="12825"/>
                    </a:cubicBezTo>
                    <a:cubicBezTo>
                      <a:pt x="19596" y="12852"/>
                      <a:pt x="19680" y="12858"/>
                      <a:pt x="19790" y="12847"/>
                    </a:cubicBezTo>
                    <a:cubicBezTo>
                      <a:pt x="19858" y="12842"/>
                      <a:pt x="19900" y="12820"/>
                      <a:pt x="19914" y="12793"/>
                    </a:cubicBezTo>
                    <a:cubicBezTo>
                      <a:pt x="19941" y="12772"/>
                      <a:pt x="19953" y="12744"/>
                      <a:pt x="19940" y="12723"/>
                    </a:cubicBezTo>
                    <a:lnTo>
                      <a:pt x="19884" y="12632"/>
                    </a:lnTo>
                    <a:cubicBezTo>
                      <a:pt x="19788" y="12459"/>
                      <a:pt x="19625" y="12108"/>
                      <a:pt x="19515" y="11893"/>
                    </a:cubicBezTo>
                    <a:cubicBezTo>
                      <a:pt x="19529" y="11893"/>
                      <a:pt x="19527" y="11893"/>
                      <a:pt x="19541" y="11893"/>
                    </a:cubicBezTo>
                    <a:cubicBezTo>
                      <a:pt x="19623" y="12000"/>
                      <a:pt x="19720" y="12108"/>
                      <a:pt x="19802" y="12211"/>
                    </a:cubicBezTo>
                    <a:cubicBezTo>
                      <a:pt x="19885" y="12313"/>
                      <a:pt x="19966" y="12406"/>
                      <a:pt x="20021" y="12465"/>
                    </a:cubicBezTo>
                    <a:lnTo>
                      <a:pt x="20133" y="12620"/>
                    </a:lnTo>
                    <a:cubicBezTo>
                      <a:pt x="20160" y="12663"/>
                      <a:pt x="20267" y="12696"/>
                      <a:pt x="20377" y="12696"/>
                    </a:cubicBezTo>
                    <a:cubicBezTo>
                      <a:pt x="20418" y="12696"/>
                      <a:pt x="20460" y="12691"/>
                      <a:pt x="20501" y="12685"/>
                    </a:cubicBezTo>
                    <a:cubicBezTo>
                      <a:pt x="20598" y="12664"/>
                      <a:pt x="20654" y="12614"/>
                      <a:pt x="20613" y="12566"/>
                    </a:cubicBezTo>
                    <a:lnTo>
                      <a:pt x="20514" y="12421"/>
                    </a:lnTo>
                    <a:cubicBezTo>
                      <a:pt x="20501" y="12410"/>
                      <a:pt x="20502" y="12395"/>
                      <a:pt x="20489" y="12384"/>
                    </a:cubicBezTo>
                    <a:cubicBezTo>
                      <a:pt x="20434" y="12303"/>
                      <a:pt x="20159" y="11861"/>
                      <a:pt x="20077" y="11618"/>
                    </a:cubicBezTo>
                    <a:cubicBezTo>
                      <a:pt x="20063" y="11521"/>
                      <a:pt x="20037" y="11512"/>
                      <a:pt x="20120" y="11495"/>
                    </a:cubicBezTo>
                    <a:cubicBezTo>
                      <a:pt x="20230" y="11468"/>
                      <a:pt x="20792" y="11791"/>
                      <a:pt x="21218" y="11802"/>
                    </a:cubicBezTo>
                    <a:cubicBezTo>
                      <a:pt x="21533" y="11802"/>
                      <a:pt x="21572" y="11759"/>
                      <a:pt x="21531" y="11721"/>
                    </a:cubicBezTo>
                    <a:cubicBezTo>
                      <a:pt x="21517" y="11705"/>
                      <a:pt x="21491" y="11683"/>
                      <a:pt x="21449" y="11672"/>
                    </a:cubicBezTo>
                    <a:cubicBezTo>
                      <a:pt x="20873" y="11462"/>
                      <a:pt x="20628" y="11107"/>
                      <a:pt x="20051" y="10913"/>
                    </a:cubicBezTo>
                    <a:cubicBezTo>
                      <a:pt x="19667" y="10784"/>
                      <a:pt x="19239" y="10693"/>
                      <a:pt x="19060" y="10391"/>
                    </a:cubicBezTo>
                    <a:cubicBezTo>
                      <a:pt x="19060" y="10391"/>
                      <a:pt x="18993" y="10278"/>
                      <a:pt x="18979" y="10208"/>
                    </a:cubicBezTo>
                    <a:cubicBezTo>
                      <a:pt x="18800" y="9534"/>
                      <a:pt x="18580" y="9173"/>
                      <a:pt x="18374" y="8279"/>
                    </a:cubicBezTo>
                    <a:cubicBezTo>
                      <a:pt x="18278" y="7880"/>
                      <a:pt x="17935" y="7331"/>
                      <a:pt x="17757" y="7067"/>
                    </a:cubicBezTo>
                    <a:cubicBezTo>
                      <a:pt x="17674" y="6943"/>
                      <a:pt x="17608" y="6813"/>
                      <a:pt x="17581" y="6690"/>
                    </a:cubicBezTo>
                    <a:cubicBezTo>
                      <a:pt x="17361" y="5968"/>
                      <a:pt x="17334" y="5160"/>
                      <a:pt x="17238" y="4799"/>
                    </a:cubicBezTo>
                    <a:cubicBezTo>
                      <a:pt x="17045" y="3991"/>
                      <a:pt x="16274" y="3662"/>
                      <a:pt x="13914" y="3511"/>
                    </a:cubicBezTo>
                    <a:cubicBezTo>
                      <a:pt x="13914" y="3511"/>
                      <a:pt x="13601" y="3485"/>
                      <a:pt x="13395" y="3442"/>
                    </a:cubicBezTo>
                    <a:cubicBezTo>
                      <a:pt x="12846" y="3329"/>
                      <a:pt x="12392" y="3037"/>
                      <a:pt x="12378" y="2789"/>
                    </a:cubicBezTo>
                    <a:lnTo>
                      <a:pt x="12378" y="2601"/>
                    </a:lnTo>
                    <a:cubicBezTo>
                      <a:pt x="12763" y="2428"/>
                      <a:pt x="12897" y="2316"/>
                      <a:pt x="13034" y="1917"/>
                    </a:cubicBezTo>
                    <a:cubicBezTo>
                      <a:pt x="13089" y="1923"/>
                      <a:pt x="13228" y="1934"/>
                      <a:pt x="13283" y="1885"/>
                    </a:cubicBezTo>
                    <a:cubicBezTo>
                      <a:pt x="13585" y="1654"/>
                      <a:pt x="13903" y="1260"/>
                      <a:pt x="13463" y="1249"/>
                    </a:cubicBezTo>
                    <a:cubicBezTo>
                      <a:pt x="13367" y="1249"/>
                      <a:pt x="13283" y="1249"/>
                      <a:pt x="13215" y="1249"/>
                    </a:cubicBezTo>
                    <a:cubicBezTo>
                      <a:pt x="13256" y="1023"/>
                      <a:pt x="13257" y="812"/>
                      <a:pt x="13120" y="635"/>
                    </a:cubicBezTo>
                    <a:cubicBezTo>
                      <a:pt x="12846" y="263"/>
                      <a:pt x="12105" y="0"/>
                      <a:pt x="10787" y="0"/>
                    </a:cubicBezTo>
                    <a:cubicBezTo>
                      <a:pt x="10787" y="0"/>
                      <a:pt x="10770" y="0"/>
                      <a:pt x="10770" y="0"/>
                    </a:cubicBezTo>
                    <a:cubicBezTo>
                      <a:pt x="10770" y="0"/>
                      <a:pt x="10757" y="0"/>
                      <a:pt x="1075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254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endParaRPr/>
              </a:p>
            </p:txBody>
          </p:sp>
          <p:sp>
            <p:nvSpPr>
              <p:cNvPr id="42" name="Mensch">
                <a:extLst>
                  <a:ext uri="{FF2B5EF4-FFF2-40B4-BE49-F238E27FC236}">
                    <a16:creationId xmlns:a16="http://schemas.microsoft.com/office/drawing/2014/main" id="{4619239C-72BC-4BCB-821E-556DA4A6ACDA}"/>
                  </a:ext>
                </a:extLst>
              </p:cNvPr>
              <p:cNvSpPr/>
              <p:nvPr/>
            </p:nvSpPr>
            <p:spPr>
              <a:xfrm>
                <a:off x="635000" y="381000"/>
                <a:ext cx="249868" cy="63639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545" h="21537" extrusionOk="0">
                    <a:moveTo>
                      <a:pt x="10757" y="0"/>
                    </a:moveTo>
                    <a:cubicBezTo>
                      <a:pt x="9439" y="5"/>
                      <a:pt x="8698" y="263"/>
                      <a:pt x="8424" y="635"/>
                    </a:cubicBezTo>
                    <a:cubicBezTo>
                      <a:pt x="8300" y="812"/>
                      <a:pt x="8288" y="1023"/>
                      <a:pt x="8329" y="1249"/>
                    </a:cubicBezTo>
                    <a:cubicBezTo>
                      <a:pt x="8261" y="1249"/>
                      <a:pt x="8177" y="1249"/>
                      <a:pt x="8081" y="1249"/>
                    </a:cubicBezTo>
                    <a:cubicBezTo>
                      <a:pt x="7641" y="1260"/>
                      <a:pt x="7973" y="1654"/>
                      <a:pt x="8261" y="1885"/>
                    </a:cubicBezTo>
                    <a:cubicBezTo>
                      <a:pt x="8316" y="1934"/>
                      <a:pt x="8450" y="1923"/>
                      <a:pt x="8505" y="1917"/>
                    </a:cubicBezTo>
                    <a:cubicBezTo>
                      <a:pt x="8643" y="2311"/>
                      <a:pt x="8768" y="2428"/>
                      <a:pt x="9166" y="2601"/>
                    </a:cubicBezTo>
                    <a:lnTo>
                      <a:pt x="9166" y="2789"/>
                    </a:lnTo>
                    <a:cubicBezTo>
                      <a:pt x="9152" y="3032"/>
                      <a:pt x="8698" y="3329"/>
                      <a:pt x="8149" y="3442"/>
                    </a:cubicBezTo>
                    <a:cubicBezTo>
                      <a:pt x="7943" y="3485"/>
                      <a:pt x="7630" y="3511"/>
                      <a:pt x="7630" y="3511"/>
                    </a:cubicBezTo>
                    <a:cubicBezTo>
                      <a:pt x="5270" y="3657"/>
                      <a:pt x="4499" y="3991"/>
                      <a:pt x="4306" y="4799"/>
                    </a:cubicBezTo>
                    <a:cubicBezTo>
                      <a:pt x="4210" y="5165"/>
                      <a:pt x="4197" y="5989"/>
                      <a:pt x="3963" y="6716"/>
                    </a:cubicBezTo>
                    <a:cubicBezTo>
                      <a:pt x="3922" y="6835"/>
                      <a:pt x="3870" y="6948"/>
                      <a:pt x="3787" y="7067"/>
                    </a:cubicBezTo>
                    <a:cubicBezTo>
                      <a:pt x="3609" y="7331"/>
                      <a:pt x="3266" y="7880"/>
                      <a:pt x="3170" y="8279"/>
                    </a:cubicBezTo>
                    <a:cubicBezTo>
                      <a:pt x="2964" y="9178"/>
                      <a:pt x="2744" y="9534"/>
                      <a:pt x="2565" y="10208"/>
                    </a:cubicBezTo>
                    <a:cubicBezTo>
                      <a:pt x="2551" y="10272"/>
                      <a:pt x="2484" y="10391"/>
                      <a:pt x="2484" y="10391"/>
                    </a:cubicBezTo>
                    <a:cubicBezTo>
                      <a:pt x="2305" y="10693"/>
                      <a:pt x="1877" y="10784"/>
                      <a:pt x="1493" y="10913"/>
                    </a:cubicBezTo>
                    <a:cubicBezTo>
                      <a:pt x="916" y="11107"/>
                      <a:pt x="671" y="11462"/>
                      <a:pt x="95" y="11672"/>
                    </a:cubicBezTo>
                    <a:cubicBezTo>
                      <a:pt x="53" y="11683"/>
                      <a:pt x="27" y="11705"/>
                      <a:pt x="13" y="11721"/>
                    </a:cubicBezTo>
                    <a:cubicBezTo>
                      <a:pt x="-28" y="11759"/>
                      <a:pt x="12" y="11802"/>
                      <a:pt x="301" y="11797"/>
                    </a:cubicBezTo>
                    <a:cubicBezTo>
                      <a:pt x="740" y="11786"/>
                      <a:pt x="1289" y="11467"/>
                      <a:pt x="1399" y="11489"/>
                    </a:cubicBezTo>
                    <a:cubicBezTo>
                      <a:pt x="1481" y="11505"/>
                      <a:pt x="1451" y="11516"/>
                      <a:pt x="1437" y="11613"/>
                    </a:cubicBezTo>
                    <a:cubicBezTo>
                      <a:pt x="1355" y="11856"/>
                      <a:pt x="1080" y="12297"/>
                      <a:pt x="1025" y="12377"/>
                    </a:cubicBezTo>
                    <a:cubicBezTo>
                      <a:pt x="1012" y="12388"/>
                      <a:pt x="1013" y="12405"/>
                      <a:pt x="1000" y="12416"/>
                    </a:cubicBezTo>
                    <a:lnTo>
                      <a:pt x="905" y="12561"/>
                    </a:lnTo>
                    <a:cubicBezTo>
                      <a:pt x="878" y="12604"/>
                      <a:pt x="916" y="12654"/>
                      <a:pt x="1012" y="12680"/>
                    </a:cubicBezTo>
                    <a:cubicBezTo>
                      <a:pt x="1054" y="12691"/>
                      <a:pt x="1096" y="12691"/>
                      <a:pt x="1137" y="12691"/>
                    </a:cubicBezTo>
                    <a:cubicBezTo>
                      <a:pt x="1247" y="12691"/>
                      <a:pt x="1358" y="12663"/>
                      <a:pt x="1386" y="12615"/>
                    </a:cubicBezTo>
                    <a:lnTo>
                      <a:pt x="1493" y="12458"/>
                    </a:lnTo>
                    <a:cubicBezTo>
                      <a:pt x="1548" y="12399"/>
                      <a:pt x="1629" y="12308"/>
                      <a:pt x="1712" y="12206"/>
                    </a:cubicBezTo>
                    <a:cubicBezTo>
                      <a:pt x="1794" y="12109"/>
                      <a:pt x="1891" y="11995"/>
                      <a:pt x="1973" y="11888"/>
                    </a:cubicBezTo>
                    <a:cubicBezTo>
                      <a:pt x="1987" y="11888"/>
                      <a:pt x="1990" y="11888"/>
                      <a:pt x="2003" y="11888"/>
                    </a:cubicBezTo>
                    <a:cubicBezTo>
                      <a:pt x="1893" y="12103"/>
                      <a:pt x="1726" y="12449"/>
                      <a:pt x="1630" y="12627"/>
                    </a:cubicBezTo>
                    <a:lnTo>
                      <a:pt x="1574" y="12717"/>
                    </a:lnTo>
                    <a:cubicBezTo>
                      <a:pt x="1561" y="12744"/>
                      <a:pt x="1577" y="12767"/>
                      <a:pt x="1604" y="12788"/>
                    </a:cubicBezTo>
                    <a:cubicBezTo>
                      <a:pt x="1618" y="12820"/>
                      <a:pt x="1660" y="12837"/>
                      <a:pt x="1729" y="12842"/>
                    </a:cubicBezTo>
                    <a:cubicBezTo>
                      <a:pt x="1839" y="12853"/>
                      <a:pt x="1905" y="12847"/>
                      <a:pt x="1973" y="12820"/>
                    </a:cubicBezTo>
                    <a:cubicBezTo>
                      <a:pt x="2028" y="12809"/>
                      <a:pt x="2057" y="12788"/>
                      <a:pt x="2085" y="12761"/>
                    </a:cubicBezTo>
                    <a:lnTo>
                      <a:pt x="2179" y="12610"/>
                    </a:lnTo>
                    <a:cubicBezTo>
                      <a:pt x="2303" y="12427"/>
                      <a:pt x="2480" y="12157"/>
                      <a:pt x="2604" y="11973"/>
                    </a:cubicBezTo>
                    <a:cubicBezTo>
                      <a:pt x="2617" y="11968"/>
                      <a:pt x="2634" y="11975"/>
                      <a:pt x="2634" y="11980"/>
                    </a:cubicBezTo>
                    <a:cubicBezTo>
                      <a:pt x="2620" y="12045"/>
                      <a:pt x="2605" y="12114"/>
                      <a:pt x="2578" y="12184"/>
                    </a:cubicBezTo>
                    <a:lnTo>
                      <a:pt x="2428" y="12642"/>
                    </a:lnTo>
                    <a:cubicBezTo>
                      <a:pt x="2414" y="12696"/>
                      <a:pt x="2496" y="12749"/>
                      <a:pt x="2634" y="12755"/>
                    </a:cubicBezTo>
                    <a:cubicBezTo>
                      <a:pt x="2647" y="12755"/>
                      <a:pt x="2659" y="12755"/>
                      <a:pt x="2672" y="12755"/>
                    </a:cubicBezTo>
                    <a:cubicBezTo>
                      <a:pt x="2796" y="12755"/>
                      <a:pt x="2907" y="12717"/>
                      <a:pt x="2921" y="12669"/>
                    </a:cubicBezTo>
                    <a:lnTo>
                      <a:pt x="3003" y="12438"/>
                    </a:lnTo>
                    <a:cubicBezTo>
                      <a:pt x="3085" y="12282"/>
                      <a:pt x="3208" y="12066"/>
                      <a:pt x="3290" y="11904"/>
                    </a:cubicBezTo>
                    <a:cubicBezTo>
                      <a:pt x="3304" y="11894"/>
                      <a:pt x="3333" y="11899"/>
                      <a:pt x="3333" y="11909"/>
                    </a:cubicBezTo>
                    <a:cubicBezTo>
                      <a:pt x="3319" y="12006"/>
                      <a:pt x="3321" y="12115"/>
                      <a:pt x="3307" y="12223"/>
                    </a:cubicBezTo>
                    <a:cubicBezTo>
                      <a:pt x="3307" y="12239"/>
                      <a:pt x="3304" y="12260"/>
                      <a:pt x="3290" y="12276"/>
                    </a:cubicBezTo>
                    <a:lnTo>
                      <a:pt x="3264" y="12399"/>
                    </a:lnTo>
                    <a:cubicBezTo>
                      <a:pt x="3250" y="12442"/>
                      <a:pt x="3347" y="12487"/>
                      <a:pt x="3457" y="12492"/>
                    </a:cubicBezTo>
                    <a:cubicBezTo>
                      <a:pt x="3457" y="12492"/>
                      <a:pt x="3470" y="12492"/>
                      <a:pt x="3470" y="12492"/>
                    </a:cubicBezTo>
                    <a:cubicBezTo>
                      <a:pt x="3580" y="12492"/>
                      <a:pt x="3676" y="12459"/>
                      <a:pt x="3676" y="12416"/>
                    </a:cubicBezTo>
                    <a:lnTo>
                      <a:pt x="3702" y="12313"/>
                    </a:lnTo>
                    <a:cubicBezTo>
                      <a:pt x="3702" y="12303"/>
                      <a:pt x="3719" y="12292"/>
                      <a:pt x="3719" y="12281"/>
                    </a:cubicBezTo>
                    <a:cubicBezTo>
                      <a:pt x="3829" y="11748"/>
                      <a:pt x="3895" y="11834"/>
                      <a:pt x="3963" y="11591"/>
                    </a:cubicBezTo>
                    <a:cubicBezTo>
                      <a:pt x="4032" y="11317"/>
                      <a:pt x="4128" y="11097"/>
                      <a:pt x="4032" y="10822"/>
                    </a:cubicBezTo>
                    <a:cubicBezTo>
                      <a:pt x="4032" y="10806"/>
                      <a:pt x="4018" y="10789"/>
                      <a:pt x="4032" y="10773"/>
                    </a:cubicBezTo>
                    <a:cubicBezTo>
                      <a:pt x="4073" y="10622"/>
                      <a:pt x="4293" y="10422"/>
                      <a:pt x="4581" y="10034"/>
                    </a:cubicBezTo>
                    <a:cubicBezTo>
                      <a:pt x="5377" y="8919"/>
                      <a:pt x="5610" y="8640"/>
                      <a:pt x="6091" y="7348"/>
                    </a:cubicBezTo>
                    <a:lnTo>
                      <a:pt x="6327" y="6748"/>
                    </a:lnTo>
                    <a:cubicBezTo>
                      <a:pt x="6340" y="6716"/>
                      <a:pt x="6463" y="6716"/>
                      <a:pt x="6477" y="6748"/>
                    </a:cubicBezTo>
                    <a:cubicBezTo>
                      <a:pt x="6490" y="6808"/>
                      <a:pt x="6501" y="6868"/>
                      <a:pt x="6515" y="6922"/>
                    </a:cubicBezTo>
                    <a:cubicBezTo>
                      <a:pt x="6803" y="7929"/>
                      <a:pt x="6447" y="8661"/>
                      <a:pt x="6447" y="8661"/>
                    </a:cubicBezTo>
                    <a:cubicBezTo>
                      <a:pt x="5966" y="9975"/>
                      <a:pt x="5760" y="10762"/>
                      <a:pt x="6035" y="12238"/>
                    </a:cubicBezTo>
                    <a:cubicBezTo>
                      <a:pt x="6117" y="12690"/>
                      <a:pt x="6297" y="13246"/>
                      <a:pt x="6421" y="13655"/>
                    </a:cubicBezTo>
                    <a:cubicBezTo>
                      <a:pt x="6503" y="13914"/>
                      <a:pt x="6544" y="14172"/>
                      <a:pt x="6558" y="14436"/>
                    </a:cubicBezTo>
                    <a:cubicBezTo>
                      <a:pt x="6599" y="16758"/>
                      <a:pt x="6968" y="17237"/>
                      <a:pt x="7819" y="19607"/>
                    </a:cubicBezTo>
                    <a:cubicBezTo>
                      <a:pt x="7956" y="19984"/>
                      <a:pt x="7809" y="20189"/>
                      <a:pt x="7699" y="20313"/>
                    </a:cubicBezTo>
                    <a:cubicBezTo>
                      <a:pt x="7589" y="20436"/>
                      <a:pt x="6517" y="20958"/>
                      <a:pt x="6215" y="21104"/>
                    </a:cubicBezTo>
                    <a:cubicBezTo>
                      <a:pt x="6037" y="21190"/>
                      <a:pt x="5500" y="21336"/>
                      <a:pt x="5898" y="21417"/>
                    </a:cubicBezTo>
                    <a:cubicBezTo>
                      <a:pt x="6776" y="21600"/>
                      <a:pt x="8203" y="21595"/>
                      <a:pt x="9123" y="21245"/>
                    </a:cubicBezTo>
                    <a:cubicBezTo>
                      <a:pt x="9356" y="21154"/>
                      <a:pt x="9331" y="21002"/>
                      <a:pt x="9496" y="20900"/>
                    </a:cubicBezTo>
                    <a:cubicBezTo>
                      <a:pt x="9661" y="20803"/>
                      <a:pt x="9837" y="20764"/>
                      <a:pt x="10015" y="20619"/>
                    </a:cubicBezTo>
                    <a:cubicBezTo>
                      <a:pt x="10207" y="20474"/>
                      <a:pt x="9920" y="20108"/>
                      <a:pt x="9865" y="19580"/>
                    </a:cubicBezTo>
                    <a:cubicBezTo>
                      <a:pt x="9837" y="19349"/>
                      <a:pt x="9894" y="18583"/>
                      <a:pt x="9976" y="17867"/>
                    </a:cubicBezTo>
                    <a:cubicBezTo>
                      <a:pt x="10141" y="16466"/>
                      <a:pt x="10512" y="16407"/>
                      <a:pt x="10320" y="14554"/>
                    </a:cubicBezTo>
                    <a:cubicBezTo>
                      <a:pt x="10320" y="14554"/>
                      <a:pt x="10416" y="14059"/>
                      <a:pt x="10513" y="13386"/>
                    </a:cubicBezTo>
                    <a:cubicBezTo>
                      <a:pt x="10567" y="12998"/>
                      <a:pt x="10663" y="12325"/>
                      <a:pt x="10718" y="11904"/>
                    </a:cubicBezTo>
                    <a:cubicBezTo>
                      <a:pt x="10718" y="11883"/>
                      <a:pt x="10800" y="11883"/>
                      <a:pt x="10800" y="11904"/>
                    </a:cubicBezTo>
                    <a:cubicBezTo>
                      <a:pt x="10869" y="12325"/>
                      <a:pt x="10951" y="12998"/>
                      <a:pt x="11006" y="13386"/>
                    </a:cubicBezTo>
                    <a:cubicBezTo>
                      <a:pt x="11102" y="14054"/>
                      <a:pt x="11199" y="14554"/>
                      <a:pt x="11199" y="14554"/>
                    </a:cubicBezTo>
                    <a:cubicBezTo>
                      <a:pt x="11007" y="16407"/>
                      <a:pt x="11377" y="16461"/>
                      <a:pt x="11542" y="17867"/>
                    </a:cubicBezTo>
                    <a:cubicBezTo>
                      <a:pt x="11624" y="18583"/>
                      <a:pt x="11677" y="19349"/>
                      <a:pt x="11649" y="19580"/>
                    </a:cubicBezTo>
                    <a:cubicBezTo>
                      <a:pt x="11594" y="20114"/>
                      <a:pt x="11307" y="20474"/>
                      <a:pt x="11499" y="20619"/>
                    </a:cubicBezTo>
                    <a:cubicBezTo>
                      <a:pt x="11677" y="20759"/>
                      <a:pt x="11858" y="20798"/>
                      <a:pt x="12022" y="20900"/>
                    </a:cubicBezTo>
                    <a:cubicBezTo>
                      <a:pt x="12187" y="20997"/>
                      <a:pt x="12158" y="21154"/>
                      <a:pt x="12391" y="21245"/>
                    </a:cubicBezTo>
                    <a:cubicBezTo>
                      <a:pt x="13311" y="21595"/>
                      <a:pt x="14738" y="21600"/>
                      <a:pt x="15616" y="21417"/>
                    </a:cubicBezTo>
                    <a:cubicBezTo>
                      <a:pt x="16014" y="21331"/>
                      <a:pt x="15491" y="21190"/>
                      <a:pt x="15299" y="21104"/>
                    </a:cubicBezTo>
                    <a:cubicBezTo>
                      <a:pt x="14997" y="20953"/>
                      <a:pt x="13915" y="20436"/>
                      <a:pt x="13819" y="20313"/>
                    </a:cubicBezTo>
                    <a:cubicBezTo>
                      <a:pt x="13710" y="20189"/>
                      <a:pt x="13558" y="19984"/>
                      <a:pt x="13695" y="19607"/>
                    </a:cubicBezTo>
                    <a:cubicBezTo>
                      <a:pt x="14560" y="17237"/>
                      <a:pt x="14928" y="16758"/>
                      <a:pt x="14956" y="14436"/>
                    </a:cubicBezTo>
                    <a:cubicBezTo>
                      <a:pt x="14956" y="14178"/>
                      <a:pt x="15011" y="13919"/>
                      <a:pt x="15093" y="13660"/>
                    </a:cubicBezTo>
                    <a:cubicBezTo>
                      <a:pt x="15230" y="13251"/>
                      <a:pt x="15411" y="12690"/>
                      <a:pt x="15479" y="12243"/>
                    </a:cubicBezTo>
                    <a:cubicBezTo>
                      <a:pt x="15712" y="10729"/>
                      <a:pt x="15548" y="9982"/>
                      <a:pt x="15067" y="8667"/>
                    </a:cubicBezTo>
                    <a:cubicBezTo>
                      <a:pt x="15067" y="8667"/>
                      <a:pt x="14724" y="7934"/>
                      <a:pt x="14999" y="6927"/>
                    </a:cubicBezTo>
                    <a:cubicBezTo>
                      <a:pt x="15012" y="6873"/>
                      <a:pt x="15028" y="6814"/>
                      <a:pt x="15042" y="6755"/>
                    </a:cubicBezTo>
                    <a:cubicBezTo>
                      <a:pt x="15055" y="6723"/>
                      <a:pt x="15178" y="6717"/>
                      <a:pt x="15192" y="6755"/>
                    </a:cubicBezTo>
                    <a:lnTo>
                      <a:pt x="15423" y="7353"/>
                    </a:lnTo>
                    <a:cubicBezTo>
                      <a:pt x="15904" y="8646"/>
                      <a:pt x="16137" y="8926"/>
                      <a:pt x="16933" y="10041"/>
                    </a:cubicBezTo>
                    <a:cubicBezTo>
                      <a:pt x="17221" y="10434"/>
                      <a:pt x="17441" y="10633"/>
                      <a:pt x="17482" y="10778"/>
                    </a:cubicBezTo>
                    <a:cubicBezTo>
                      <a:pt x="17482" y="10794"/>
                      <a:pt x="17482" y="10811"/>
                      <a:pt x="17482" y="10827"/>
                    </a:cubicBezTo>
                    <a:cubicBezTo>
                      <a:pt x="17386" y="11102"/>
                      <a:pt x="17468" y="11327"/>
                      <a:pt x="17551" y="11596"/>
                    </a:cubicBezTo>
                    <a:cubicBezTo>
                      <a:pt x="17619" y="11839"/>
                      <a:pt x="17690" y="11753"/>
                      <a:pt x="17799" y="12287"/>
                    </a:cubicBezTo>
                    <a:cubicBezTo>
                      <a:pt x="17799" y="12297"/>
                      <a:pt x="17799" y="12308"/>
                      <a:pt x="17812" y="12319"/>
                    </a:cubicBezTo>
                    <a:lnTo>
                      <a:pt x="17838" y="12421"/>
                    </a:lnTo>
                    <a:cubicBezTo>
                      <a:pt x="17852" y="12464"/>
                      <a:pt x="17934" y="12497"/>
                      <a:pt x="18044" y="12497"/>
                    </a:cubicBezTo>
                    <a:cubicBezTo>
                      <a:pt x="18044" y="12497"/>
                      <a:pt x="18061" y="12497"/>
                      <a:pt x="18061" y="12497"/>
                    </a:cubicBezTo>
                    <a:cubicBezTo>
                      <a:pt x="18171" y="12492"/>
                      <a:pt x="18263" y="12453"/>
                      <a:pt x="18250" y="12404"/>
                    </a:cubicBezTo>
                    <a:lnTo>
                      <a:pt x="18224" y="12281"/>
                    </a:lnTo>
                    <a:cubicBezTo>
                      <a:pt x="18224" y="12265"/>
                      <a:pt x="18225" y="12244"/>
                      <a:pt x="18211" y="12228"/>
                    </a:cubicBezTo>
                    <a:cubicBezTo>
                      <a:pt x="18197" y="12120"/>
                      <a:pt x="18195" y="12011"/>
                      <a:pt x="18181" y="11915"/>
                    </a:cubicBezTo>
                    <a:cubicBezTo>
                      <a:pt x="18181" y="11904"/>
                      <a:pt x="18210" y="11904"/>
                      <a:pt x="18224" y="11909"/>
                    </a:cubicBezTo>
                    <a:cubicBezTo>
                      <a:pt x="18306" y="12071"/>
                      <a:pt x="18429" y="12292"/>
                      <a:pt x="18511" y="12443"/>
                    </a:cubicBezTo>
                    <a:lnTo>
                      <a:pt x="18593" y="12674"/>
                    </a:lnTo>
                    <a:cubicBezTo>
                      <a:pt x="18607" y="12722"/>
                      <a:pt x="18718" y="12761"/>
                      <a:pt x="18842" y="12761"/>
                    </a:cubicBezTo>
                    <a:cubicBezTo>
                      <a:pt x="18855" y="12761"/>
                      <a:pt x="18871" y="12761"/>
                      <a:pt x="18885" y="12761"/>
                    </a:cubicBezTo>
                    <a:cubicBezTo>
                      <a:pt x="19022" y="12750"/>
                      <a:pt x="19104" y="12701"/>
                      <a:pt x="19090" y="12647"/>
                    </a:cubicBezTo>
                    <a:lnTo>
                      <a:pt x="18936" y="12189"/>
                    </a:lnTo>
                    <a:cubicBezTo>
                      <a:pt x="18922" y="12119"/>
                      <a:pt x="18912" y="12044"/>
                      <a:pt x="18885" y="11985"/>
                    </a:cubicBezTo>
                    <a:cubicBezTo>
                      <a:pt x="18885" y="11980"/>
                      <a:pt x="18897" y="11980"/>
                      <a:pt x="18910" y="11980"/>
                    </a:cubicBezTo>
                    <a:cubicBezTo>
                      <a:pt x="19034" y="12163"/>
                      <a:pt x="19198" y="12432"/>
                      <a:pt x="19335" y="12615"/>
                    </a:cubicBezTo>
                    <a:lnTo>
                      <a:pt x="19434" y="12766"/>
                    </a:lnTo>
                    <a:cubicBezTo>
                      <a:pt x="19447" y="12793"/>
                      <a:pt x="19486" y="12809"/>
                      <a:pt x="19541" y="12825"/>
                    </a:cubicBezTo>
                    <a:cubicBezTo>
                      <a:pt x="19596" y="12852"/>
                      <a:pt x="19680" y="12858"/>
                      <a:pt x="19790" y="12847"/>
                    </a:cubicBezTo>
                    <a:cubicBezTo>
                      <a:pt x="19858" y="12842"/>
                      <a:pt x="19900" y="12820"/>
                      <a:pt x="19914" y="12793"/>
                    </a:cubicBezTo>
                    <a:cubicBezTo>
                      <a:pt x="19941" y="12772"/>
                      <a:pt x="19953" y="12744"/>
                      <a:pt x="19940" y="12723"/>
                    </a:cubicBezTo>
                    <a:lnTo>
                      <a:pt x="19884" y="12632"/>
                    </a:lnTo>
                    <a:cubicBezTo>
                      <a:pt x="19788" y="12459"/>
                      <a:pt x="19625" y="12108"/>
                      <a:pt x="19515" y="11893"/>
                    </a:cubicBezTo>
                    <a:cubicBezTo>
                      <a:pt x="19529" y="11893"/>
                      <a:pt x="19527" y="11893"/>
                      <a:pt x="19541" y="11893"/>
                    </a:cubicBezTo>
                    <a:cubicBezTo>
                      <a:pt x="19623" y="12000"/>
                      <a:pt x="19720" y="12108"/>
                      <a:pt x="19802" y="12211"/>
                    </a:cubicBezTo>
                    <a:cubicBezTo>
                      <a:pt x="19885" y="12313"/>
                      <a:pt x="19966" y="12406"/>
                      <a:pt x="20021" y="12465"/>
                    </a:cubicBezTo>
                    <a:lnTo>
                      <a:pt x="20133" y="12620"/>
                    </a:lnTo>
                    <a:cubicBezTo>
                      <a:pt x="20160" y="12663"/>
                      <a:pt x="20267" y="12696"/>
                      <a:pt x="20377" y="12696"/>
                    </a:cubicBezTo>
                    <a:cubicBezTo>
                      <a:pt x="20418" y="12696"/>
                      <a:pt x="20460" y="12691"/>
                      <a:pt x="20501" y="12685"/>
                    </a:cubicBezTo>
                    <a:cubicBezTo>
                      <a:pt x="20598" y="12664"/>
                      <a:pt x="20654" y="12614"/>
                      <a:pt x="20613" y="12566"/>
                    </a:cubicBezTo>
                    <a:lnTo>
                      <a:pt x="20514" y="12421"/>
                    </a:lnTo>
                    <a:cubicBezTo>
                      <a:pt x="20501" y="12410"/>
                      <a:pt x="20502" y="12395"/>
                      <a:pt x="20489" y="12384"/>
                    </a:cubicBezTo>
                    <a:cubicBezTo>
                      <a:pt x="20434" y="12303"/>
                      <a:pt x="20159" y="11861"/>
                      <a:pt x="20077" y="11618"/>
                    </a:cubicBezTo>
                    <a:cubicBezTo>
                      <a:pt x="20063" y="11521"/>
                      <a:pt x="20037" y="11512"/>
                      <a:pt x="20120" y="11495"/>
                    </a:cubicBezTo>
                    <a:cubicBezTo>
                      <a:pt x="20230" y="11468"/>
                      <a:pt x="20792" y="11791"/>
                      <a:pt x="21218" y="11802"/>
                    </a:cubicBezTo>
                    <a:cubicBezTo>
                      <a:pt x="21533" y="11802"/>
                      <a:pt x="21572" y="11759"/>
                      <a:pt x="21531" y="11721"/>
                    </a:cubicBezTo>
                    <a:cubicBezTo>
                      <a:pt x="21517" y="11705"/>
                      <a:pt x="21491" y="11683"/>
                      <a:pt x="21449" y="11672"/>
                    </a:cubicBezTo>
                    <a:cubicBezTo>
                      <a:pt x="20873" y="11462"/>
                      <a:pt x="20628" y="11107"/>
                      <a:pt x="20051" y="10913"/>
                    </a:cubicBezTo>
                    <a:cubicBezTo>
                      <a:pt x="19667" y="10784"/>
                      <a:pt x="19239" y="10693"/>
                      <a:pt x="19060" y="10391"/>
                    </a:cubicBezTo>
                    <a:cubicBezTo>
                      <a:pt x="19060" y="10391"/>
                      <a:pt x="18993" y="10278"/>
                      <a:pt x="18979" y="10208"/>
                    </a:cubicBezTo>
                    <a:cubicBezTo>
                      <a:pt x="18800" y="9534"/>
                      <a:pt x="18580" y="9173"/>
                      <a:pt x="18374" y="8279"/>
                    </a:cubicBezTo>
                    <a:cubicBezTo>
                      <a:pt x="18278" y="7880"/>
                      <a:pt x="17935" y="7331"/>
                      <a:pt x="17757" y="7067"/>
                    </a:cubicBezTo>
                    <a:cubicBezTo>
                      <a:pt x="17674" y="6943"/>
                      <a:pt x="17608" y="6813"/>
                      <a:pt x="17581" y="6690"/>
                    </a:cubicBezTo>
                    <a:cubicBezTo>
                      <a:pt x="17361" y="5968"/>
                      <a:pt x="17334" y="5160"/>
                      <a:pt x="17238" y="4799"/>
                    </a:cubicBezTo>
                    <a:cubicBezTo>
                      <a:pt x="17045" y="3991"/>
                      <a:pt x="16274" y="3662"/>
                      <a:pt x="13914" y="3511"/>
                    </a:cubicBezTo>
                    <a:cubicBezTo>
                      <a:pt x="13914" y="3511"/>
                      <a:pt x="13601" y="3485"/>
                      <a:pt x="13395" y="3442"/>
                    </a:cubicBezTo>
                    <a:cubicBezTo>
                      <a:pt x="12846" y="3329"/>
                      <a:pt x="12392" y="3037"/>
                      <a:pt x="12378" y="2789"/>
                    </a:cubicBezTo>
                    <a:lnTo>
                      <a:pt x="12378" y="2601"/>
                    </a:lnTo>
                    <a:cubicBezTo>
                      <a:pt x="12763" y="2428"/>
                      <a:pt x="12897" y="2316"/>
                      <a:pt x="13034" y="1917"/>
                    </a:cubicBezTo>
                    <a:cubicBezTo>
                      <a:pt x="13089" y="1923"/>
                      <a:pt x="13228" y="1934"/>
                      <a:pt x="13283" y="1885"/>
                    </a:cubicBezTo>
                    <a:cubicBezTo>
                      <a:pt x="13585" y="1654"/>
                      <a:pt x="13903" y="1260"/>
                      <a:pt x="13463" y="1249"/>
                    </a:cubicBezTo>
                    <a:cubicBezTo>
                      <a:pt x="13367" y="1249"/>
                      <a:pt x="13283" y="1249"/>
                      <a:pt x="13215" y="1249"/>
                    </a:cubicBezTo>
                    <a:cubicBezTo>
                      <a:pt x="13256" y="1023"/>
                      <a:pt x="13257" y="812"/>
                      <a:pt x="13120" y="635"/>
                    </a:cubicBezTo>
                    <a:cubicBezTo>
                      <a:pt x="12846" y="263"/>
                      <a:pt x="12105" y="0"/>
                      <a:pt x="10787" y="0"/>
                    </a:cubicBezTo>
                    <a:cubicBezTo>
                      <a:pt x="10787" y="0"/>
                      <a:pt x="10770" y="0"/>
                      <a:pt x="10770" y="0"/>
                    </a:cubicBezTo>
                    <a:cubicBezTo>
                      <a:pt x="10770" y="0"/>
                      <a:pt x="10757" y="0"/>
                      <a:pt x="1075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254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endParaRPr/>
              </a:p>
            </p:txBody>
          </p:sp>
          <p:sp>
            <p:nvSpPr>
              <p:cNvPr id="43" name="Mensch">
                <a:extLst>
                  <a:ext uri="{FF2B5EF4-FFF2-40B4-BE49-F238E27FC236}">
                    <a16:creationId xmlns:a16="http://schemas.microsoft.com/office/drawing/2014/main" id="{013ABE6C-3F65-400A-AD0A-C08A18A1C0CF}"/>
                  </a:ext>
                </a:extLst>
              </p:cNvPr>
              <p:cNvSpPr/>
              <p:nvPr/>
            </p:nvSpPr>
            <p:spPr>
              <a:xfrm>
                <a:off x="952500" y="381000"/>
                <a:ext cx="249868" cy="63639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545" h="21537" extrusionOk="0">
                    <a:moveTo>
                      <a:pt x="10757" y="0"/>
                    </a:moveTo>
                    <a:cubicBezTo>
                      <a:pt x="9439" y="5"/>
                      <a:pt x="8698" y="263"/>
                      <a:pt x="8424" y="635"/>
                    </a:cubicBezTo>
                    <a:cubicBezTo>
                      <a:pt x="8300" y="812"/>
                      <a:pt x="8288" y="1023"/>
                      <a:pt x="8329" y="1249"/>
                    </a:cubicBezTo>
                    <a:cubicBezTo>
                      <a:pt x="8261" y="1249"/>
                      <a:pt x="8177" y="1249"/>
                      <a:pt x="8081" y="1249"/>
                    </a:cubicBezTo>
                    <a:cubicBezTo>
                      <a:pt x="7641" y="1260"/>
                      <a:pt x="7973" y="1654"/>
                      <a:pt x="8261" y="1885"/>
                    </a:cubicBezTo>
                    <a:cubicBezTo>
                      <a:pt x="8316" y="1934"/>
                      <a:pt x="8450" y="1923"/>
                      <a:pt x="8505" y="1917"/>
                    </a:cubicBezTo>
                    <a:cubicBezTo>
                      <a:pt x="8643" y="2311"/>
                      <a:pt x="8768" y="2428"/>
                      <a:pt x="9166" y="2601"/>
                    </a:cubicBezTo>
                    <a:lnTo>
                      <a:pt x="9166" y="2789"/>
                    </a:lnTo>
                    <a:cubicBezTo>
                      <a:pt x="9152" y="3032"/>
                      <a:pt x="8698" y="3329"/>
                      <a:pt x="8149" y="3442"/>
                    </a:cubicBezTo>
                    <a:cubicBezTo>
                      <a:pt x="7943" y="3485"/>
                      <a:pt x="7630" y="3511"/>
                      <a:pt x="7630" y="3511"/>
                    </a:cubicBezTo>
                    <a:cubicBezTo>
                      <a:pt x="5270" y="3657"/>
                      <a:pt x="4499" y="3991"/>
                      <a:pt x="4306" y="4799"/>
                    </a:cubicBezTo>
                    <a:cubicBezTo>
                      <a:pt x="4210" y="5165"/>
                      <a:pt x="4197" y="5989"/>
                      <a:pt x="3963" y="6716"/>
                    </a:cubicBezTo>
                    <a:cubicBezTo>
                      <a:pt x="3922" y="6835"/>
                      <a:pt x="3870" y="6948"/>
                      <a:pt x="3787" y="7067"/>
                    </a:cubicBezTo>
                    <a:cubicBezTo>
                      <a:pt x="3609" y="7331"/>
                      <a:pt x="3266" y="7880"/>
                      <a:pt x="3170" y="8279"/>
                    </a:cubicBezTo>
                    <a:cubicBezTo>
                      <a:pt x="2964" y="9178"/>
                      <a:pt x="2744" y="9534"/>
                      <a:pt x="2565" y="10208"/>
                    </a:cubicBezTo>
                    <a:cubicBezTo>
                      <a:pt x="2551" y="10272"/>
                      <a:pt x="2484" y="10391"/>
                      <a:pt x="2484" y="10391"/>
                    </a:cubicBezTo>
                    <a:cubicBezTo>
                      <a:pt x="2305" y="10693"/>
                      <a:pt x="1877" y="10784"/>
                      <a:pt x="1493" y="10913"/>
                    </a:cubicBezTo>
                    <a:cubicBezTo>
                      <a:pt x="916" y="11107"/>
                      <a:pt x="671" y="11462"/>
                      <a:pt x="95" y="11672"/>
                    </a:cubicBezTo>
                    <a:cubicBezTo>
                      <a:pt x="53" y="11683"/>
                      <a:pt x="27" y="11705"/>
                      <a:pt x="13" y="11721"/>
                    </a:cubicBezTo>
                    <a:cubicBezTo>
                      <a:pt x="-28" y="11759"/>
                      <a:pt x="12" y="11802"/>
                      <a:pt x="301" y="11797"/>
                    </a:cubicBezTo>
                    <a:cubicBezTo>
                      <a:pt x="740" y="11786"/>
                      <a:pt x="1289" y="11467"/>
                      <a:pt x="1399" y="11489"/>
                    </a:cubicBezTo>
                    <a:cubicBezTo>
                      <a:pt x="1481" y="11505"/>
                      <a:pt x="1451" y="11516"/>
                      <a:pt x="1437" y="11613"/>
                    </a:cubicBezTo>
                    <a:cubicBezTo>
                      <a:pt x="1355" y="11856"/>
                      <a:pt x="1080" y="12297"/>
                      <a:pt x="1025" y="12377"/>
                    </a:cubicBezTo>
                    <a:cubicBezTo>
                      <a:pt x="1012" y="12388"/>
                      <a:pt x="1013" y="12405"/>
                      <a:pt x="1000" y="12416"/>
                    </a:cubicBezTo>
                    <a:lnTo>
                      <a:pt x="905" y="12561"/>
                    </a:lnTo>
                    <a:cubicBezTo>
                      <a:pt x="878" y="12604"/>
                      <a:pt x="916" y="12654"/>
                      <a:pt x="1012" y="12680"/>
                    </a:cubicBezTo>
                    <a:cubicBezTo>
                      <a:pt x="1054" y="12691"/>
                      <a:pt x="1096" y="12691"/>
                      <a:pt x="1137" y="12691"/>
                    </a:cubicBezTo>
                    <a:cubicBezTo>
                      <a:pt x="1247" y="12691"/>
                      <a:pt x="1358" y="12663"/>
                      <a:pt x="1386" y="12615"/>
                    </a:cubicBezTo>
                    <a:lnTo>
                      <a:pt x="1493" y="12458"/>
                    </a:lnTo>
                    <a:cubicBezTo>
                      <a:pt x="1548" y="12399"/>
                      <a:pt x="1629" y="12308"/>
                      <a:pt x="1712" y="12206"/>
                    </a:cubicBezTo>
                    <a:cubicBezTo>
                      <a:pt x="1794" y="12109"/>
                      <a:pt x="1891" y="11995"/>
                      <a:pt x="1973" y="11888"/>
                    </a:cubicBezTo>
                    <a:cubicBezTo>
                      <a:pt x="1987" y="11888"/>
                      <a:pt x="1990" y="11888"/>
                      <a:pt x="2003" y="11888"/>
                    </a:cubicBezTo>
                    <a:cubicBezTo>
                      <a:pt x="1893" y="12103"/>
                      <a:pt x="1726" y="12449"/>
                      <a:pt x="1630" y="12627"/>
                    </a:cubicBezTo>
                    <a:lnTo>
                      <a:pt x="1574" y="12717"/>
                    </a:lnTo>
                    <a:cubicBezTo>
                      <a:pt x="1561" y="12744"/>
                      <a:pt x="1577" y="12767"/>
                      <a:pt x="1604" y="12788"/>
                    </a:cubicBezTo>
                    <a:cubicBezTo>
                      <a:pt x="1618" y="12820"/>
                      <a:pt x="1660" y="12837"/>
                      <a:pt x="1729" y="12842"/>
                    </a:cubicBezTo>
                    <a:cubicBezTo>
                      <a:pt x="1839" y="12853"/>
                      <a:pt x="1905" y="12847"/>
                      <a:pt x="1973" y="12820"/>
                    </a:cubicBezTo>
                    <a:cubicBezTo>
                      <a:pt x="2028" y="12809"/>
                      <a:pt x="2057" y="12788"/>
                      <a:pt x="2085" y="12761"/>
                    </a:cubicBezTo>
                    <a:lnTo>
                      <a:pt x="2179" y="12610"/>
                    </a:lnTo>
                    <a:cubicBezTo>
                      <a:pt x="2303" y="12427"/>
                      <a:pt x="2480" y="12157"/>
                      <a:pt x="2604" y="11973"/>
                    </a:cubicBezTo>
                    <a:cubicBezTo>
                      <a:pt x="2617" y="11968"/>
                      <a:pt x="2634" y="11975"/>
                      <a:pt x="2634" y="11980"/>
                    </a:cubicBezTo>
                    <a:cubicBezTo>
                      <a:pt x="2620" y="12045"/>
                      <a:pt x="2605" y="12114"/>
                      <a:pt x="2578" y="12184"/>
                    </a:cubicBezTo>
                    <a:lnTo>
                      <a:pt x="2428" y="12642"/>
                    </a:lnTo>
                    <a:cubicBezTo>
                      <a:pt x="2414" y="12696"/>
                      <a:pt x="2496" y="12749"/>
                      <a:pt x="2634" y="12755"/>
                    </a:cubicBezTo>
                    <a:cubicBezTo>
                      <a:pt x="2647" y="12755"/>
                      <a:pt x="2659" y="12755"/>
                      <a:pt x="2672" y="12755"/>
                    </a:cubicBezTo>
                    <a:cubicBezTo>
                      <a:pt x="2796" y="12755"/>
                      <a:pt x="2907" y="12717"/>
                      <a:pt x="2921" y="12669"/>
                    </a:cubicBezTo>
                    <a:lnTo>
                      <a:pt x="3003" y="12438"/>
                    </a:lnTo>
                    <a:cubicBezTo>
                      <a:pt x="3085" y="12282"/>
                      <a:pt x="3208" y="12066"/>
                      <a:pt x="3290" y="11904"/>
                    </a:cubicBezTo>
                    <a:cubicBezTo>
                      <a:pt x="3304" y="11894"/>
                      <a:pt x="3333" y="11899"/>
                      <a:pt x="3333" y="11909"/>
                    </a:cubicBezTo>
                    <a:cubicBezTo>
                      <a:pt x="3319" y="12006"/>
                      <a:pt x="3321" y="12115"/>
                      <a:pt x="3307" y="12223"/>
                    </a:cubicBezTo>
                    <a:cubicBezTo>
                      <a:pt x="3307" y="12239"/>
                      <a:pt x="3304" y="12260"/>
                      <a:pt x="3290" y="12276"/>
                    </a:cubicBezTo>
                    <a:lnTo>
                      <a:pt x="3264" y="12399"/>
                    </a:lnTo>
                    <a:cubicBezTo>
                      <a:pt x="3250" y="12442"/>
                      <a:pt x="3347" y="12487"/>
                      <a:pt x="3457" y="12492"/>
                    </a:cubicBezTo>
                    <a:cubicBezTo>
                      <a:pt x="3457" y="12492"/>
                      <a:pt x="3470" y="12492"/>
                      <a:pt x="3470" y="12492"/>
                    </a:cubicBezTo>
                    <a:cubicBezTo>
                      <a:pt x="3580" y="12492"/>
                      <a:pt x="3676" y="12459"/>
                      <a:pt x="3676" y="12416"/>
                    </a:cubicBezTo>
                    <a:lnTo>
                      <a:pt x="3702" y="12313"/>
                    </a:lnTo>
                    <a:cubicBezTo>
                      <a:pt x="3702" y="12303"/>
                      <a:pt x="3719" y="12292"/>
                      <a:pt x="3719" y="12281"/>
                    </a:cubicBezTo>
                    <a:cubicBezTo>
                      <a:pt x="3829" y="11748"/>
                      <a:pt x="3895" y="11834"/>
                      <a:pt x="3963" y="11591"/>
                    </a:cubicBezTo>
                    <a:cubicBezTo>
                      <a:pt x="4032" y="11317"/>
                      <a:pt x="4128" y="11097"/>
                      <a:pt x="4032" y="10822"/>
                    </a:cubicBezTo>
                    <a:cubicBezTo>
                      <a:pt x="4032" y="10806"/>
                      <a:pt x="4018" y="10789"/>
                      <a:pt x="4032" y="10773"/>
                    </a:cubicBezTo>
                    <a:cubicBezTo>
                      <a:pt x="4073" y="10622"/>
                      <a:pt x="4293" y="10422"/>
                      <a:pt x="4581" y="10034"/>
                    </a:cubicBezTo>
                    <a:cubicBezTo>
                      <a:pt x="5377" y="8919"/>
                      <a:pt x="5610" y="8640"/>
                      <a:pt x="6091" y="7348"/>
                    </a:cubicBezTo>
                    <a:lnTo>
                      <a:pt x="6327" y="6748"/>
                    </a:lnTo>
                    <a:cubicBezTo>
                      <a:pt x="6340" y="6716"/>
                      <a:pt x="6463" y="6716"/>
                      <a:pt x="6477" y="6748"/>
                    </a:cubicBezTo>
                    <a:cubicBezTo>
                      <a:pt x="6490" y="6808"/>
                      <a:pt x="6501" y="6868"/>
                      <a:pt x="6515" y="6922"/>
                    </a:cubicBezTo>
                    <a:cubicBezTo>
                      <a:pt x="6803" y="7929"/>
                      <a:pt x="6447" y="8661"/>
                      <a:pt x="6447" y="8661"/>
                    </a:cubicBezTo>
                    <a:cubicBezTo>
                      <a:pt x="5966" y="9975"/>
                      <a:pt x="5760" y="10762"/>
                      <a:pt x="6035" y="12238"/>
                    </a:cubicBezTo>
                    <a:cubicBezTo>
                      <a:pt x="6117" y="12690"/>
                      <a:pt x="6297" y="13246"/>
                      <a:pt x="6421" y="13655"/>
                    </a:cubicBezTo>
                    <a:cubicBezTo>
                      <a:pt x="6503" y="13914"/>
                      <a:pt x="6544" y="14172"/>
                      <a:pt x="6558" y="14436"/>
                    </a:cubicBezTo>
                    <a:cubicBezTo>
                      <a:pt x="6599" y="16758"/>
                      <a:pt x="6968" y="17237"/>
                      <a:pt x="7819" y="19607"/>
                    </a:cubicBezTo>
                    <a:cubicBezTo>
                      <a:pt x="7956" y="19984"/>
                      <a:pt x="7809" y="20189"/>
                      <a:pt x="7699" y="20313"/>
                    </a:cubicBezTo>
                    <a:cubicBezTo>
                      <a:pt x="7589" y="20436"/>
                      <a:pt x="6517" y="20958"/>
                      <a:pt x="6215" y="21104"/>
                    </a:cubicBezTo>
                    <a:cubicBezTo>
                      <a:pt x="6037" y="21190"/>
                      <a:pt x="5500" y="21336"/>
                      <a:pt x="5898" y="21417"/>
                    </a:cubicBezTo>
                    <a:cubicBezTo>
                      <a:pt x="6776" y="21600"/>
                      <a:pt x="8203" y="21595"/>
                      <a:pt x="9123" y="21245"/>
                    </a:cubicBezTo>
                    <a:cubicBezTo>
                      <a:pt x="9356" y="21154"/>
                      <a:pt x="9331" y="21002"/>
                      <a:pt x="9496" y="20900"/>
                    </a:cubicBezTo>
                    <a:cubicBezTo>
                      <a:pt x="9661" y="20803"/>
                      <a:pt x="9837" y="20764"/>
                      <a:pt x="10015" y="20619"/>
                    </a:cubicBezTo>
                    <a:cubicBezTo>
                      <a:pt x="10207" y="20474"/>
                      <a:pt x="9920" y="20108"/>
                      <a:pt x="9865" y="19580"/>
                    </a:cubicBezTo>
                    <a:cubicBezTo>
                      <a:pt x="9837" y="19349"/>
                      <a:pt x="9894" y="18583"/>
                      <a:pt x="9976" y="17867"/>
                    </a:cubicBezTo>
                    <a:cubicBezTo>
                      <a:pt x="10141" y="16466"/>
                      <a:pt x="10512" y="16407"/>
                      <a:pt x="10320" y="14554"/>
                    </a:cubicBezTo>
                    <a:cubicBezTo>
                      <a:pt x="10320" y="14554"/>
                      <a:pt x="10416" y="14059"/>
                      <a:pt x="10513" y="13386"/>
                    </a:cubicBezTo>
                    <a:cubicBezTo>
                      <a:pt x="10567" y="12998"/>
                      <a:pt x="10663" y="12325"/>
                      <a:pt x="10718" y="11904"/>
                    </a:cubicBezTo>
                    <a:cubicBezTo>
                      <a:pt x="10718" y="11883"/>
                      <a:pt x="10800" y="11883"/>
                      <a:pt x="10800" y="11904"/>
                    </a:cubicBezTo>
                    <a:cubicBezTo>
                      <a:pt x="10869" y="12325"/>
                      <a:pt x="10951" y="12998"/>
                      <a:pt x="11006" y="13386"/>
                    </a:cubicBezTo>
                    <a:cubicBezTo>
                      <a:pt x="11102" y="14054"/>
                      <a:pt x="11199" y="14554"/>
                      <a:pt x="11199" y="14554"/>
                    </a:cubicBezTo>
                    <a:cubicBezTo>
                      <a:pt x="11007" y="16407"/>
                      <a:pt x="11377" y="16461"/>
                      <a:pt x="11542" y="17867"/>
                    </a:cubicBezTo>
                    <a:cubicBezTo>
                      <a:pt x="11624" y="18583"/>
                      <a:pt x="11677" y="19349"/>
                      <a:pt x="11649" y="19580"/>
                    </a:cubicBezTo>
                    <a:cubicBezTo>
                      <a:pt x="11594" y="20114"/>
                      <a:pt x="11307" y="20474"/>
                      <a:pt x="11499" y="20619"/>
                    </a:cubicBezTo>
                    <a:cubicBezTo>
                      <a:pt x="11677" y="20759"/>
                      <a:pt x="11858" y="20798"/>
                      <a:pt x="12022" y="20900"/>
                    </a:cubicBezTo>
                    <a:cubicBezTo>
                      <a:pt x="12187" y="20997"/>
                      <a:pt x="12158" y="21154"/>
                      <a:pt x="12391" y="21245"/>
                    </a:cubicBezTo>
                    <a:cubicBezTo>
                      <a:pt x="13311" y="21595"/>
                      <a:pt x="14738" y="21600"/>
                      <a:pt x="15616" y="21417"/>
                    </a:cubicBezTo>
                    <a:cubicBezTo>
                      <a:pt x="16014" y="21331"/>
                      <a:pt x="15491" y="21190"/>
                      <a:pt x="15299" y="21104"/>
                    </a:cubicBezTo>
                    <a:cubicBezTo>
                      <a:pt x="14997" y="20953"/>
                      <a:pt x="13915" y="20436"/>
                      <a:pt x="13819" y="20313"/>
                    </a:cubicBezTo>
                    <a:cubicBezTo>
                      <a:pt x="13710" y="20189"/>
                      <a:pt x="13558" y="19984"/>
                      <a:pt x="13695" y="19607"/>
                    </a:cubicBezTo>
                    <a:cubicBezTo>
                      <a:pt x="14560" y="17237"/>
                      <a:pt x="14928" y="16758"/>
                      <a:pt x="14956" y="14436"/>
                    </a:cubicBezTo>
                    <a:cubicBezTo>
                      <a:pt x="14956" y="14178"/>
                      <a:pt x="15011" y="13919"/>
                      <a:pt x="15093" y="13660"/>
                    </a:cubicBezTo>
                    <a:cubicBezTo>
                      <a:pt x="15230" y="13251"/>
                      <a:pt x="15411" y="12690"/>
                      <a:pt x="15479" y="12243"/>
                    </a:cubicBezTo>
                    <a:cubicBezTo>
                      <a:pt x="15712" y="10729"/>
                      <a:pt x="15548" y="9982"/>
                      <a:pt x="15067" y="8667"/>
                    </a:cubicBezTo>
                    <a:cubicBezTo>
                      <a:pt x="15067" y="8667"/>
                      <a:pt x="14724" y="7934"/>
                      <a:pt x="14999" y="6927"/>
                    </a:cubicBezTo>
                    <a:cubicBezTo>
                      <a:pt x="15012" y="6873"/>
                      <a:pt x="15028" y="6814"/>
                      <a:pt x="15042" y="6755"/>
                    </a:cubicBezTo>
                    <a:cubicBezTo>
                      <a:pt x="15055" y="6723"/>
                      <a:pt x="15178" y="6717"/>
                      <a:pt x="15192" y="6755"/>
                    </a:cubicBezTo>
                    <a:lnTo>
                      <a:pt x="15423" y="7353"/>
                    </a:lnTo>
                    <a:cubicBezTo>
                      <a:pt x="15904" y="8646"/>
                      <a:pt x="16137" y="8926"/>
                      <a:pt x="16933" y="10041"/>
                    </a:cubicBezTo>
                    <a:cubicBezTo>
                      <a:pt x="17221" y="10434"/>
                      <a:pt x="17441" y="10633"/>
                      <a:pt x="17482" y="10778"/>
                    </a:cubicBezTo>
                    <a:cubicBezTo>
                      <a:pt x="17482" y="10794"/>
                      <a:pt x="17482" y="10811"/>
                      <a:pt x="17482" y="10827"/>
                    </a:cubicBezTo>
                    <a:cubicBezTo>
                      <a:pt x="17386" y="11102"/>
                      <a:pt x="17468" y="11327"/>
                      <a:pt x="17551" y="11596"/>
                    </a:cubicBezTo>
                    <a:cubicBezTo>
                      <a:pt x="17619" y="11839"/>
                      <a:pt x="17690" y="11753"/>
                      <a:pt x="17799" y="12287"/>
                    </a:cubicBezTo>
                    <a:cubicBezTo>
                      <a:pt x="17799" y="12297"/>
                      <a:pt x="17799" y="12308"/>
                      <a:pt x="17812" y="12319"/>
                    </a:cubicBezTo>
                    <a:lnTo>
                      <a:pt x="17838" y="12421"/>
                    </a:lnTo>
                    <a:cubicBezTo>
                      <a:pt x="17852" y="12464"/>
                      <a:pt x="17934" y="12497"/>
                      <a:pt x="18044" y="12497"/>
                    </a:cubicBezTo>
                    <a:cubicBezTo>
                      <a:pt x="18044" y="12497"/>
                      <a:pt x="18061" y="12497"/>
                      <a:pt x="18061" y="12497"/>
                    </a:cubicBezTo>
                    <a:cubicBezTo>
                      <a:pt x="18171" y="12492"/>
                      <a:pt x="18263" y="12453"/>
                      <a:pt x="18250" y="12404"/>
                    </a:cubicBezTo>
                    <a:lnTo>
                      <a:pt x="18224" y="12281"/>
                    </a:lnTo>
                    <a:cubicBezTo>
                      <a:pt x="18224" y="12265"/>
                      <a:pt x="18225" y="12244"/>
                      <a:pt x="18211" y="12228"/>
                    </a:cubicBezTo>
                    <a:cubicBezTo>
                      <a:pt x="18197" y="12120"/>
                      <a:pt x="18195" y="12011"/>
                      <a:pt x="18181" y="11915"/>
                    </a:cubicBezTo>
                    <a:cubicBezTo>
                      <a:pt x="18181" y="11904"/>
                      <a:pt x="18210" y="11904"/>
                      <a:pt x="18224" y="11909"/>
                    </a:cubicBezTo>
                    <a:cubicBezTo>
                      <a:pt x="18306" y="12071"/>
                      <a:pt x="18429" y="12292"/>
                      <a:pt x="18511" y="12443"/>
                    </a:cubicBezTo>
                    <a:lnTo>
                      <a:pt x="18593" y="12674"/>
                    </a:lnTo>
                    <a:cubicBezTo>
                      <a:pt x="18607" y="12722"/>
                      <a:pt x="18718" y="12761"/>
                      <a:pt x="18842" y="12761"/>
                    </a:cubicBezTo>
                    <a:cubicBezTo>
                      <a:pt x="18855" y="12761"/>
                      <a:pt x="18871" y="12761"/>
                      <a:pt x="18885" y="12761"/>
                    </a:cubicBezTo>
                    <a:cubicBezTo>
                      <a:pt x="19022" y="12750"/>
                      <a:pt x="19104" y="12701"/>
                      <a:pt x="19090" y="12647"/>
                    </a:cubicBezTo>
                    <a:lnTo>
                      <a:pt x="18936" y="12189"/>
                    </a:lnTo>
                    <a:cubicBezTo>
                      <a:pt x="18922" y="12119"/>
                      <a:pt x="18912" y="12044"/>
                      <a:pt x="18885" y="11985"/>
                    </a:cubicBezTo>
                    <a:cubicBezTo>
                      <a:pt x="18885" y="11980"/>
                      <a:pt x="18897" y="11980"/>
                      <a:pt x="18910" y="11980"/>
                    </a:cubicBezTo>
                    <a:cubicBezTo>
                      <a:pt x="19034" y="12163"/>
                      <a:pt x="19198" y="12432"/>
                      <a:pt x="19335" y="12615"/>
                    </a:cubicBezTo>
                    <a:lnTo>
                      <a:pt x="19434" y="12766"/>
                    </a:lnTo>
                    <a:cubicBezTo>
                      <a:pt x="19447" y="12793"/>
                      <a:pt x="19486" y="12809"/>
                      <a:pt x="19541" y="12825"/>
                    </a:cubicBezTo>
                    <a:cubicBezTo>
                      <a:pt x="19596" y="12852"/>
                      <a:pt x="19680" y="12858"/>
                      <a:pt x="19790" y="12847"/>
                    </a:cubicBezTo>
                    <a:cubicBezTo>
                      <a:pt x="19858" y="12842"/>
                      <a:pt x="19900" y="12820"/>
                      <a:pt x="19914" y="12793"/>
                    </a:cubicBezTo>
                    <a:cubicBezTo>
                      <a:pt x="19941" y="12772"/>
                      <a:pt x="19953" y="12744"/>
                      <a:pt x="19940" y="12723"/>
                    </a:cubicBezTo>
                    <a:lnTo>
                      <a:pt x="19884" y="12632"/>
                    </a:lnTo>
                    <a:cubicBezTo>
                      <a:pt x="19788" y="12459"/>
                      <a:pt x="19625" y="12108"/>
                      <a:pt x="19515" y="11893"/>
                    </a:cubicBezTo>
                    <a:cubicBezTo>
                      <a:pt x="19529" y="11893"/>
                      <a:pt x="19527" y="11893"/>
                      <a:pt x="19541" y="11893"/>
                    </a:cubicBezTo>
                    <a:cubicBezTo>
                      <a:pt x="19623" y="12000"/>
                      <a:pt x="19720" y="12108"/>
                      <a:pt x="19802" y="12211"/>
                    </a:cubicBezTo>
                    <a:cubicBezTo>
                      <a:pt x="19885" y="12313"/>
                      <a:pt x="19966" y="12406"/>
                      <a:pt x="20021" y="12465"/>
                    </a:cubicBezTo>
                    <a:lnTo>
                      <a:pt x="20133" y="12620"/>
                    </a:lnTo>
                    <a:cubicBezTo>
                      <a:pt x="20160" y="12663"/>
                      <a:pt x="20267" y="12696"/>
                      <a:pt x="20377" y="12696"/>
                    </a:cubicBezTo>
                    <a:cubicBezTo>
                      <a:pt x="20418" y="12696"/>
                      <a:pt x="20460" y="12691"/>
                      <a:pt x="20501" y="12685"/>
                    </a:cubicBezTo>
                    <a:cubicBezTo>
                      <a:pt x="20598" y="12664"/>
                      <a:pt x="20654" y="12614"/>
                      <a:pt x="20613" y="12566"/>
                    </a:cubicBezTo>
                    <a:lnTo>
                      <a:pt x="20514" y="12421"/>
                    </a:lnTo>
                    <a:cubicBezTo>
                      <a:pt x="20501" y="12410"/>
                      <a:pt x="20502" y="12395"/>
                      <a:pt x="20489" y="12384"/>
                    </a:cubicBezTo>
                    <a:cubicBezTo>
                      <a:pt x="20434" y="12303"/>
                      <a:pt x="20159" y="11861"/>
                      <a:pt x="20077" y="11618"/>
                    </a:cubicBezTo>
                    <a:cubicBezTo>
                      <a:pt x="20063" y="11521"/>
                      <a:pt x="20037" y="11512"/>
                      <a:pt x="20120" y="11495"/>
                    </a:cubicBezTo>
                    <a:cubicBezTo>
                      <a:pt x="20230" y="11468"/>
                      <a:pt x="20792" y="11791"/>
                      <a:pt x="21218" y="11802"/>
                    </a:cubicBezTo>
                    <a:cubicBezTo>
                      <a:pt x="21533" y="11802"/>
                      <a:pt x="21572" y="11759"/>
                      <a:pt x="21531" y="11721"/>
                    </a:cubicBezTo>
                    <a:cubicBezTo>
                      <a:pt x="21517" y="11705"/>
                      <a:pt x="21491" y="11683"/>
                      <a:pt x="21449" y="11672"/>
                    </a:cubicBezTo>
                    <a:cubicBezTo>
                      <a:pt x="20873" y="11462"/>
                      <a:pt x="20628" y="11107"/>
                      <a:pt x="20051" y="10913"/>
                    </a:cubicBezTo>
                    <a:cubicBezTo>
                      <a:pt x="19667" y="10784"/>
                      <a:pt x="19239" y="10693"/>
                      <a:pt x="19060" y="10391"/>
                    </a:cubicBezTo>
                    <a:cubicBezTo>
                      <a:pt x="19060" y="10391"/>
                      <a:pt x="18993" y="10278"/>
                      <a:pt x="18979" y="10208"/>
                    </a:cubicBezTo>
                    <a:cubicBezTo>
                      <a:pt x="18800" y="9534"/>
                      <a:pt x="18580" y="9173"/>
                      <a:pt x="18374" y="8279"/>
                    </a:cubicBezTo>
                    <a:cubicBezTo>
                      <a:pt x="18278" y="7880"/>
                      <a:pt x="17935" y="7331"/>
                      <a:pt x="17757" y="7067"/>
                    </a:cubicBezTo>
                    <a:cubicBezTo>
                      <a:pt x="17674" y="6943"/>
                      <a:pt x="17608" y="6813"/>
                      <a:pt x="17581" y="6690"/>
                    </a:cubicBezTo>
                    <a:cubicBezTo>
                      <a:pt x="17361" y="5968"/>
                      <a:pt x="17334" y="5160"/>
                      <a:pt x="17238" y="4799"/>
                    </a:cubicBezTo>
                    <a:cubicBezTo>
                      <a:pt x="17045" y="3991"/>
                      <a:pt x="16274" y="3662"/>
                      <a:pt x="13914" y="3511"/>
                    </a:cubicBezTo>
                    <a:cubicBezTo>
                      <a:pt x="13914" y="3511"/>
                      <a:pt x="13601" y="3485"/>
                      <a:pt x="13395" y="3442"/>
                    </a:cubicBezTo>
                    <a:cubicBezTo>
                      <a:pt x="12846" y="3329"/>
                      <a:pt x="12392" y="3037"/>
                      <a:pt x="12378" y="2789"/>
                    </a:cubicBezTo>
                    <a:lnTo>
                      <a:pt x="12378" y="2601"/>
                    </a:lnTo>
                    <a:cubicBezTo>
                      <a:pt x="12763" y="2428"/>
                      <a:pt x="12897" y="2316"/>
                      <a:pt x="13034" y="1917"/>
                    </a:cubicBezTo>
                    <a:cubicBezTo>
                      <a:pt x="13089" y="1923"/>
                      <a:pt x="13228" y="1934"/>
                      <a:pt x="13283" y="1885"/>
                    </a:cubicBezTo>
                    <a:cubicBezTo>
                      <a:pt x="13585" y="1654"/>
                      <a:pt x="13903" y="1260"/>
                      <a:pt x="13463" y="1249"/>
                    </a:cubicBezTo>
                    <a:cubicBezTo>
                      <a:pt x="13367" y="1249"/>
                      <a:pt x="13283" y="1249"/>
                      <a:pt x="13215" y="1249"/>
                    </a:cubicBezTo>
                    <a:cubicBezTo>
                      <a:pt x="13256" y="1023"/>
                      <a:pt x="13257" y="812"/>
                      <a:pt x="13120" y="635"/>
                    </a:cubicBezTo>
                    <a:cubicBezTo>
                      <a:pt x="12846" y="263"/>
                      <a:pt x="12105" y="0"/>
                      <a:pt x="10787" y="0"/>
                    </a:cubicBezTo>
                    <a:cubicBezTo>
                      <a:pt x="10787" y="0"/>
                      <a:pt x="10770" y="0"/>
                      <a:pt x="10770" y="0"/>
                    </a:cubicBezTo>
                    <a:cubicBezTo>
                      <a:pt x="10770" y="0"/>
                      <a:pt x="10757" y="0"/>
                      <a:pt x="1075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254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endParaRPr/>
              </a:p>
            </p:txBody>
          </p:sp>
          <p:sp>
            <p:nvSpPr>
              <p:cNvPr id="44" name="Mensch">
                <a:extLst>
                  <a:ext uri="{FF2B5EF4-FFF2-40B4-BE49-F238E27FC236}">
                    <a16:creationId xmlns:a16="http://schemas.microsoft.com/office/drawing/2014/main" id="{98022902-9165-4051-910E-EF8FFDF238FF}"/>
                  </a:ext>
                </a:extLst>
              </p:cNvPr>
              <p:cNvSpPr/>
              <p:nvPr/>
            </p:nvSpPr>
            <p:spPr>
              <a:xfrm>
                <a:off x="635000" y="1157058"/>
                <a:ext cx="249868" cy="63639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545" h="21537" extrusionOk="0">
                    <a:moveTo>
                      <a:pt x="10757" y="0"/>
                    </a:moveTo>
                    <a:cubicBezTo>
                      <a:pt x="9439" y="5"/>
                      <a:pt x="8698" y="263"/>
                      <a:pt x="8424" y="635"/>
                    </a:cubicBezTo>
                    <a:cubicBezTo>
                      <a:pt x="8300" y="812"/>
                      <a:pt x="8288" y="1023"/>
                      <a:pt x="8329" y="1249"/>
                    </a:cubicBezTo>
                    <a:cubicBezTo>
                      <a:pt x="8261" y="1249"/>
                      <a:pt x="8177" y="1249"/>
                      <a:pt x="8081" y="1249"/>
                    </a:cubicBezTo>
                    <a:cubicBezTo>
                      <a:pt x="7641" y="1260"/>
                      <a:pt x="7973" y="1654"/>
                      <a:pt x="8261" y="1885"/>
                    </a:cubicBezTo>
                    <a:cubicBezTo>
                      <a:pt x="8316" y="1934"/>
                      <a:pt x="8450" y="1923"/>
                      <a:pt x="8505" y="1917"/>
                    </a:cubicBezTo>
                    <a:cubicBezTo>
                      <a:pt x="8643" y="2311"/>
                      <a:pt x="8768" y="2428"/>
                      <a:pt x="9166" y="2601"/>
                    </a:cubicBezTo>
                    <a:lnTo>
                      <a:pt x="9166" y="2789"/>
                    </a:lnTo>
                    <a:cubicBezTo>
                      <a:pt x="9152" y="3032"/>
                      <a:pt x="8698" y="3329"/>
                      <a:pt x="8149" y="3442"/>
                    </a:cubicBezTo>
                    <a:cubicBezTo>
                      <a:pt x="7943" y="3485"/>
                      <a:pt x="7630" y="3511"/>
                      <a:pt x="7630" y="3511"/>
                    </a:cubicBezTo>
                    <a:cubicBezTo>
                      <a:pt x="5270" y="3657"/>
                      <a:pt x="4499" y="3991"/>
                      <a:pt x="4306" y="4799"/>
                    </a:cubicBezTo>
                    <a:cubicBezTo>
                      <a:pt x="4210" y="5165"/>
                      <a:pt x="4197" y="5989"/>
                      <a:pt x="3963" y="6716"/>
                    </a:cubicBezTo>
                    <a:cubicBezTo>
                      <a:pt x="3922" y="6835"/>
                      <a:pt x="3870" y="6948"/>
                      <a:pt x="3787" y="7067"/>
                    </a:cubicBezTo>
                    <a:cubicBezTo>
                      <a:pt x="3609" y="7331"/>
                      <a:pt x="3266" y="7880"/>
                      <a:pt x="3170" y="8279"/>
                    </a:cubicBezTo>
                    <a:cubicBezTo>
                      <a:pt x="2964" y="9178"/>
                      <a:pt x="2744" y="9534"/>
                      <a:pt x="2565" y="10208"/>
                    </a:cubicBezTo>
                    <a:cubicBezTo>
                      <a:pt x="2551" y="10272"/>
                      <a:pt x="2484" y="10391"/>
                      <a:pt x="2484" y="10391"/>
                    </a:cubicBezTo>
                    <a:cubicBezTo>
                      <a:pt x="2305" y="10693"/>
                      <a:pt x="1877" y="10784"/>
                      <a:pt x="1493" y="10913"/>
                    </a:cubicBezTo>
                    <a:cubicBezTo>
                      <a:pt x="916" y="11107"/>
                      <a:pt x="671" y="11462"/>
                      <a:pt x="95" y="11672"/>
                    </a:cubicBezTo>
                    <a:cubicBezTo>
                      <a:pt x="53" y="11683"/>
                      <a:pt x="27" y="11705"/>
                      <a:pt x="13" y="11721"/>
                    </a:cubicBezTo>
                    <a:cubicBezTo>
                      <a:pt x="-28" y="11759"/>
                      <a:pt x="12" y="11802"/>
                      <a:pt x="301" y="11797"/>
                    </a:cubicBezTo>
                    <a:cubicBezTo>
                      <a:pt x="740" y="11786"/>
                      <a:pt x="1289" y="11467"/>
                      <a:pt x="1399" y="11489"/>
                    </a:cubicBezTo>
                    <a:cubicBezTo>
                      <a:pt x="1481" y="11505"/>
                      <a:pt x="1451" y="11516"/>
                      <a:pt x="1437" y="11613"/>
                    </a:cubicBezTo>
                    <a:cubicBezTo>
                      <a:pt x="1355" y="11856"/>
                      <a:pt x="1080" y="12297"/>
                      <a:pt x="1025" y="12377"/>
                    </a:cubicBezTo>
                    <a:cubicBezTo>
                      <a:pt x="1012" y="12388"/>
                      <a:pt x="1013" y="12405"/>
                      <a:pt x="1000" y="12416"/>
                    </a:cubicBezTo>
                    <a:lnTo>
                      <a:pt x="905" y="12561"/>
                    </a:lnTo>
                    <a:cubicBezTo>
                      <a:pt x="878" y="12604"/>
                      <a:pt x="916" y="12654"/>
                      <a:pt x="1012" y="12680"/>
                    </a:cubicBezTo>
                    <a:cubicBezTo>
                      <a:pt x="1054" y="12691"/>
                      <a:pt x="1096" y="12691"/>
                      <a:pt x="1137" y="12691"/>
                    </a:cubicBezTo>
                    <a:cubicBezTo>
                      <a:pt x="1247" y="12691"/>
                      <a:pt x="1358" y="12663"/>
                      <a:pt x="1386" y="12615"/>
                    </a:cubicBezTo>
                    <a:lnTo>
                      <a:pt x="1493" y="12458"/>
                    </a:lnTo>
                    <a:cubicBezTo>
                      <a:pt x="1548" y="12399"/>
                      <a:pt x="1629" y="12308"/>
                      <a:pt x="1712" y="12206"/>
                    </a:cubicBezTo>
                    <a:cubicBezTo>
                      <a:pt x="1794" y="12109"/>
                      <a:pt x="1891" y="11995"/>
                      <a:pt x="1973" y="11888"/>
                    </a:cubicBezTo>
                    <a:cubicBezTo>
                      <a:pt x="1987" y="11888"/>
                      <a:pt x="1990" y="11888"/>
                      <a:pt x="2003" y="11888"/>
                    </a:cubicBezTo>
                    <a:cubicBezTo>
                      <a:pt x="1893" y="12103"/>
                      <a:pt x="1726" y="12449"/>
                      <a:pt x="1630" y="12627"/>
                    </a:cubicBezTo>
                    <a:lnTo>
                      <a:pt x="1574" y="12717"/>
                    </a:lnTo>
                    <a:cubicBezTo>
                      <a:pt x="1561" y="12744"/>
                      <a:pt x="1577" y="12767"/>
                      <a:pt x="1604" y="12788"/>
                    </a:cubicBezTo>
                    <a:cubicBezTo>
                      <a:pt x="1618" y="12820"/>
                      <a:pt x="1660" y="12837"/>
                      <a:pt x="1729" y="12842"/>
                    </a:cubicBezTo>
                    <a:cubicBezTo>
                      <a:pt x="1839" y="12853"/>
                      <a:pt x="1905" y="12847"/>
                      <a:pt x="1973" y="12820"/>
                    </a:cubicBezTo>
                    <a:cubicBezTo>
                      <a:pt x="2028" y="12809"/>
                      <a:pt x="2057" y="12788"/>
                      <a:pt x="2085" y="12761"/>
                    </a:cubicBezTo>
                    <a:lnTo>
                      <a:pt x="2179" y="12610"/>
                    </a:lnTo>
                    <a:cubicBezTo>
                      <a:pt x="2303" y="12427"/>
                      <a:pt x="2480" y="12157"/>
                      <a:pt x="2604" y="11973"/>
                    </a:cubicBezTo>
                    <a:cubicBezTo>
                      <a:pt x="2617" y="11968"/>
                      <a:pt x="2634" y="11975"/>
                      <a:pt x="2634" y="11980"/>
                    </a:cubicBezTo>
                    <a:cubicBezTo>
                      <a:pt x="2620" y="12045"/>
                      <a:pt x="2605" y="12114"/>
                      <a:pt x="2578" y="12184"/>
                    </a:cubicBezTo>
                    <a:lnTo>
                      <a:pt x="2428" y="12642"/>
                    </a:lnTo>
                    <a:cubicBezTo>
                      <a:pt x="2414" y="12696"/>
                      <a:pt x="2496" y="12749"/>
                      <a:pt x="2634" y="12755"/>
                    </a:cubicBezTo>
                    <a:cubicBezTo>
                      <a:pt x="2647" y="12755"/>
                      <a:pt x="2659" y="12755"/>
                      <a:pt x="2672" y="12755"/>
                    </a:cubicBezTo>
                    <a:cubicBezTo>
                      <a:pt x="2796" y="12755"/>
                      <a:pt x="2907" y="12717"/>
                      <a:pt x="2921" y="12669"/>
                    </a:cubicBezTo>
                    <a:lnTo>
                      <a:pt x="3003" y="12438"/>
                    </a:lnTo>
                    <a:cubicBezTo>
                      <a:pt x="3085" y="12282"/>
                      <a:pt x="3208" y="12066"/>
                      <a:pt x="3290" y="11904"/>
                    </a:cubicBezTo>
                    <a:cubicBezTo>
                      <a:pt x="3304" y="11894"/>
                      <a:pt x="3333" y="11899"/>
                      <a:pt x="3333" y="11909"/>
                    </a:cubicBezTo>
                    <a:cubicBezTo>
                      <a:pt x="3319" y="12006"/>
                      <a:pt x="3321" y="12115"/>
                      <a:pt x="3307" y="12223"/>
                    </a:cubicBezTo>
                    <a:cubicBezTo>
                      <a:pt x="3307" y="12239"/>
                      <a:pt x="3304" y="12260"/>
                      <a:pt x="3290" y="12276"/>
                    </a:cubicBezTo>
                    <a:lnTo>
                      <a:pt x="3264" y="12399"/>
                    </a:lnTo>
                    <a:cubicBezTo>
                      <a:pt x="3250" y="12442"/>
                      <a:pt x="3347" y="12487"/>
                      <a:pt x="3457" y="12492"/>
                    </a:cubicBezTo>
                    <a:cubicBezTo>
                      <a:pt x="3457" y="12492"/>
                      <a:pt x="3470" y="12492"/>
                      <a:pt x="3470" y="12492"/>
                    </a:cubicBezTo>
                    <a:cubicBezTo>
                      <a:pt x="3580" y="12492"/>
                      <a:pt x="3676" y="12459"/>
                      <a:pt x="3676" y="12416"/>
                    </a:cubicBezTo>
                    <a:lnTo>
                      <a:pt x="3702" y="12313"/>
                    </a:lnTo>
                    <a:cubicBezTo>
                      <a:pt x="3702" y="12303"/>
                      <a:pt x="3719" y="12292"/>
                      <a:pt x="3719" y="12281"/>
                    </a:cubicBezTo>
                    <a:cubicBezTo>
                      <a:pt x="3829" y="11748"/>
                      <a:pt x="3895" y="11834"/>
                      <a:pt x="3963" y="11591"/>
                    </a:cubicBezTo>
                    <a:cubicBezTo>
                      <a:pt x="4032" y="11317"/>
                      <a:pt x="4128" y="11097"/>
                      <a:pt x="4032" y="10822"/>
                    </a:cubicBezTo>
                    <a:cubicBezTo>
                      <a:pt x="4032" y="10806"/>
                      <a:pt x="4018" y="10789"/>
                      <a:pt x="4032" y="10773"/>
                    </a:cubicBezTo>
                    <a:cubicBezTo>
                      <a:pt x="4073" y="10622"/>
                      <a:pt x="4293" y="10422"/>
                      <a:pt x="4581" y="10034"/>
                    </a:cubicBezTo>
                    <a:cubicBezTo>
                      <a:pt x="5377" y="8919"/>
                      <a:pt x="5610" y="8640"/>
                      <a:pt x="6091" y="7348"/>
                    </a:cubicBezTo>
                    <a:lnTo>
                      <a:pt x="6327" y="6748"/>
                    </a:lnTo>
                    <a:cubicBezTo>
                      <a:pt x="6340" y="6716"/>
                      <a:pt x="6463" y="6716"/>
                      <a:pt x="6477" y="6748"/>
                    </a:cubicBezTo>
                    <a:cubicBezTo>
                      <a:pt x="6490" y="6808"/>
                      <a:pt x="6501" y="6868"/>
                      <a:pt x="6515" y="6922"/>
                    </a:cubicBezTo>
                    <a:cubicBezTo>
                      <a:pt x="6803" y="7929"/>
                      <a:pt x="6447" y="8661"/>
                      <a:pt x="6447" y="8661"/>
                    </a:cubicBezTo>
                    <a:cubicBezTo>
                      <a:pt x="5966" y="9975"/>
                      <a:pt x="5760" y="10762"/>
                      <a:pt x="6035" y="12238"/>
                    </a:cubicBezTo>
                    <a:cubicBezTo>
                      <a:pt x="6117" y="12690"/>
                      <a:pt x="6297" y="13246"/>
                      <a:pt x="6421" y="13655"/>
                    </a:cubicBezTo>
                    <a:cubicBezTo>
                      <a:pt x="6503" y="13914"/>
                      <a:pt x="6544" y="14172"/>
                      <a:pt x="6558" y="14436"/>
                    </a:cubicBezTo>
                    <a:cubicBezTo>
                      <a:pt x="6599" y="16758"/>
                      <a:pt x="6968" y="17237"/>
                      <a:pt x="7819" y="19607"/>
                    </a:cubicBezTo>
                    <a:cubicBezTo>
                      <a:pt x="7956" y="19984"/>
                      <a:pt x="7809" y="20189"/>
                      <a:pt x="7699" y="20313"/>
                    </a:cubicBezTo>
                    <a:cubicBezTo>
                      <a:pt x="7589" y="20436"/>
                      <a:pt x="6517" y="20958"/>
                      <a:pt x="6215" y="21104"/>
                    </a:cubicBezTo>
                    <a:cubicBezTo>
                      <a:pt x="6037" y="21190"/>
                      <a:pt x="5500" y="21336"/>
                      <a:pt x="5898" y="21417"/>
                    </a:cubicBezTo>
                    <a:cubicBezTo>
                      <a:pt x="6776" y="21600"/>
                      <a:pt x="8203" y="21595"/>
                      <a:pt x="9123" y="21245"/>
                    </a:cubicBezTo>
                    <a:cubicBezTo>
                      <a:pt x="9356" y="21154"/>
                      <a:pt x="9331" y="21002"/>
                      <a:pt x="9496" y="20900"/>
                    </a:cubicBezTo>
                    <a:cubicBezTo>
                      <a:pt x="9661" y="20803"/>
                      <a:pt x="9837" y="20764"/>
                      <a:pt x="10015" y="20619"/>
                    </a:cubicBezTo>
                    <a:cubicBezTo>
                      <a:pt x="10207" y="20474"/>
                      <a:pt x="9920" y="20108"/>
                      <a:pt x="9865" y="19580"/>
                    </a:cubicBezTo>
                    <a:cubicBezTo>
                      <a:pt x="9837" y="19349"/>
                      <a:pt x="9894" y="18583"/>
                      <a:pt x="9976" y="17867"/>
                    </a:cubicBezTo>
                    <a:cubicBezTo>
                      <a:pt x="10141" y="16466"/>
                      <a:pt x="10512" y="16407"/>
                      <a:pt x="10320" y="14554"/>
                    </a:cubicBezTo>
                    <a:cubicBezTo>
                      <a:pt x="10320" y="14554"/>
                      <a:pt x="10416" y="14059"/>
                      <a:pt x="10513" y="13386"/>
                    </a:cubicBezTo>
                    <a:cubicBezTo>
                      <a:pt x="10567" y="12998"/>
                      <a:pt x="10663" y="12325"/>
                      <a:pt x="10718" y="11904"/>
                    </a:cubicBezTo>
                    <a:cubicBezTo>
                      <a:pt x="10718" y="11883"/>
                      <a:pt x="10800" y="11883"/>
                      <a:pt x="10800" y="11904"/>
                    </a:cubicBezTo>
                    <a:cubicBezTo>
                      <a:pt x="10869" y="12325"/>
                      <a:pt x="10951" y="12998"/>
                      <a:pt x="11006" y="13386"/>
                    </a:cubicBezTo>
                    <a:cubicBezTo>
                      <a:pt x="11102" y="14054"/>
                      <a:pt x="11199" y="14554"/>
                      <a:pt x="11199" y="14554"/>
                    </a:cubicBezTo>
                    <a:cubicBezTo>
                      <a:pt x="11007" y="16407"/>
                      <a:pt x="11377" y="16461"/>
                      <a:pt x="11542" y="17867"/>
                    </a:cubicBezTo>
                    <a:cubicBezTo>
                      <a:pt x="11624" y="18583"/>
                      <a:pt x="11677" y="19349"/>
                      <a:pt x="11649" y="19580"/>
                    </a:cubicBezTo>
                    <a:cubicBezTo>
                      <a:pt x="11594" y="20114"/>
                      <a:pt x="11307" y="20474"/>
                      <a:pt x="11499" y="20619"/>
                    </a:cubicBezTo>
                    <a:cubicBezTo>
                      <a:pt x="11677" y="20759"/>
                      <a:pt x="11858" y="20798"/>
                      <a:pt x="12022" y="20900"/>
                    </a:cubicBezTo>
                    <a:cubicBezTo>
                      <a:pt x="12187" y="20997"/>
                      <a:pt x="12158" y="21154"/>
                      <a:pt x="12391" y="21245"/>
                    </a:cubicBezTo>
                    <a:cubicBezTo>
                      <a:pt x="13311" y="21595"/>
                      <a:pt x="14738" y="21600"/>
                      <a:pt x="15616" y="21417"/>
                    </a:cubicBezTo>
                    <a:cubicBezTo>
                      <a:pt x="16014" y="21331"/>
                      <a:pt x="15491" y="21190"/>
                      <a:pt x="15299" y="21104"/>
                    </a:cubicBezTo>
                    <a:cubicBezTo>
                      <a:pt x="14997" y="20953"/>
                      <a:pt x="13915" y="20436"/>
                      <a:pt x="13819" y="20313"/>
                    </a:cubicBezTo>
                    <a:cubicBezTo>
                      <a:pt x="13710" y="20189"/>
                      <a:pt x="13558" y="19984"/>
                      <a:pt x="13695" y="19607"/>
                    </a:cubicBezTo>
                    <a:cubicBezTo>
                      <a:pt x="14560" y="17237"/>
                      <a:pt x="14928" y="16758"/>
                      <a:pt x="14956" y="14436"/>
                    </a:cubicBezTo>
                    <a:cubicBezTo>
                      <a:pt x="14956" y="14178"/>
                      <a:pt x="15011" y="13919"/>
                      <a:pt x="15093" y="13660"/>
                    </a:cubicBezTo>
                    <a:cubicBezTo>
                      <a:pt x="15230" y="13251"/>
                      <a:pt x="15411" y="12690"/>
                      <a:pt x="15479" y="12243"/>
                    </a:cubicBezTo>
                    <a:cubicBezTo>
                      <a:pt x="15712" y="10729"/>
                      <a:pt x="15548" y="9982"/>
                      <a:pt x="15067" y="8667"/>
                    </a:cubicBezTo>
                    <a:cubicBezTo>
                      <a:pt x="15067" y="8667"/>
                      <a:pt x="14724" y="7934"/>
                      <a:pt x="14999" y="6927"/>
                    </a:cubicBezTo>
                    <a:cubicBezTo>
                      <a:pt x="15012" y="6873"/>
                      <a:pt x="15028" y="6814"/>
                      <a:pt x="15042" y="6755"/>
                    </a:cubicBezTo>
                    <a:cubicBezTo>
                      <a:pt x="15055" y="6723"/>
                      <a:pt x="15178" y="6717"/>
                      <a:pt x="15192" y="6755"/>
                    </a:cubicBezTo>
                    <a:lnTo>
                      <a:pt x="15423" y="7353"/>
                    </a:lnTo>
                    <a:cubicBezTo>
                      <a:pt x="15904" y="8646"/>
                      <a:pt x="16137" y="8926"/>
                      <a:pt x="16933" y="10041"/>
                    </a:cubicBezTo>
                    <a:cubicBezTo>
                      <a:pt x="17221" y="10434"/>
                      <a:pt x="17441" y="10633"/>
                      <a:pt x="17482" y="10778"/>
                    </a:cubicBezTo>
                    <a:cubicBezTo>
                      <a:pt x="17482" y="10794"/>
                      <a:pt x="17482" y="10811"/>
                      <a:pt x="17482" y="10827"/>
                    </a:cubicBezTo>
                    <a:cubicBezTo>
                      <a:pt x="17386" y="11102"/>
                      <a:pt x="17468" y="11327"/>
                      <a:pt x="17551" y="11596"/>
                    </a:cubicBezTo>
                    <a:cubicBezTo>
                      <a:pt x="17619" y="11839"/>
                      <a:pt x="17690" y="11753"/>
                      <a:pt x="17799" y="12287"/>
                    </a:cubicBezTo>
                    <a:cubicBezTo>
                      <a:pt x="17799" y="12297"/>
                      <a:pt x="17799" y="12308"/>
                      <a:pt x="17812" y="12319"/>
                    </a:cubicBezTo>
                    <a:lnTo>
                      <a:pt x="17838" y="12421"/>
                    </a:lnTo>
                    <a:cubicBezTo>
                      <a:pt x="17852" y="12464"/>
                      <a:pt x="17934" y="12497"/>
                      <a:pt x="18044" y="12497"/>
                    </a:cubicBezTo>
                    <a:cubicBezTo>
                      <a:pt x="18044" y="12497"/>
                      <a:pt x="18061" y="12497"/>
                      <a:pt x="18061" y="12497"/>
                    </a:cubicBezTo>
                    <a:cubicBezTo>
                      <a:pt x="18171" y="12492"/>
                      <a:pt x="18263" y="12453"/>
                      <a:pt x="18250" y="12404"/>
                    </a:cubicBezTo>
                    <a:lnTo>
                      <a:pt x="18224" y="12281"/>
                    </a:lnTo>
                    <a:cubicBezTo>
                      <a:pt x="18224" y="12265"/>
                      <a:pt x="18225" y="12244"/>
                      <a:pt x="18211" y="12228"/>
                    </a:cubicBezTo>
                    <a:cubicBezTo>
                      <a:pt x="18197" y="12120"/>
                      <a:pt x="18195" y="12011"/>
                      <a:pt x="18181" y="11915"/>
                    </a:cubicBezTo>
                    <a:cubicBezTo>
                      <a:pt x="18181" y="11904"/>
                      <a:pt x="18210" y="11904"/>
                      <a:pt x="18224" y="11909"/>
                    </a:cubicBezTo>
                    <a:cubicBezTo>
                      <a:pt x="18306" y="12071"/>
                      <a:pt x="18429" y="12292"/>
                      <a:pt x="18511" y="12443"/>
                    </a:cubicBezTo>
                    <a:lnTo>
                      <a:pt x="18593" y="12674"/>
                    </a:lnTo>
                    <a:cubicBezTo>
                      <a:pt x="18607" y="12722"/>
                      <a:pt x="18718" y="12761"/>
                      <a:pt x="18842" y="12761"/>
                    </a:cubicBezTo>
                    <a:cubicBezTo>
                      <a:pt x="18855" y="12761"/>
                      <a:pt x="18871" y="12761"/>
                      <a:pt x="18885" y="12761"/>
                    </a:cubicBezTo>
                    <a:cubicBezTo>
                      <a:pt x="19022" y="12750"/>
                      <a:pt x="19104" y="12701"/>
                      <a:pt x="19090" y="12647"/>
                    </a:cubicBezTo>
                    <a:lnTo>
                      <a:pt x="18936" y="12189"/>
                    </a:lnTo>
                    <a:cubicBezTo>
                      <a:pt x="18922" y="12119"/>
                      <a:pt x="18912" y="12044"/>
                      <a:pt x="18885" y="11985"/>
                    </a:cubicBezTo>
                    <a:cubicBezTo>
                      <a:pt x="18885" y="11980"/>
                      <a:pt x="18897" y="11980"/>
                      <a:pt x="18910" y="11980"/>
                    </a:cubicBezTo>
                    <a:cubicBezTo>
                      <a:pt x="19034" y="12163"/>
                      <a:pt x="19198" y="12432"/>
                      <a:pt x="19335" y="12615"/>
                    </a:cubicBezTo>
                    <a:lnTo>
                      <a:pt x="19434" y="12766"/>
                    </a:lnTo>
                    <a:cubicBezTo>
                      <a:pt x="19447" y="12793"/>
                      <a:pt x="19486" y="12809"/>
                      <a:pt x="19541" y="12825"/>
                    </a:cubicBezTo>
                    <a:cubicBezTo>
                      <a:pt x="19596" y="12852"/>
                      <a:pt x="19680" y="12858"/>
                      <a:pt x="19790" y="12847"/>
                    </a:cubicBezTo>
                    <a:cubicBezTo>
                      <a:pt x="19858" y="12842"/>
                      <a:pt x="19900" y="12820"/>
                      <a:pt x="19914" y="12793"/>
                    </a:cubicBezTo>
                    <a:cubicBezTo>
                      <a:pt x="19941" y="12772"/>
                      <a:pt x="19953" y="12744"/>
                      <a:pt x="19940" y="12723"/>
                    </a:cubicBezTo>
                    <a:lnTo>
                      <a:pt x="19884" y="12632"/>
                    </a:lnTo>
                    <a:cubicBezTo>
                      <a:pt x="19788" y="12459"/>
                      <a:pt x="19625" y="12108"/>
                      <a:pt x="19515" y="11893"/>
                    </a:cubicBezTo>
                    <a:cubicBezTo>
                      <a:pt x="19529" y="11893"/>
                      <a:pt x="19527" y="11893"/>
                      <a:pt x="19541" y="11893"/>
                    </a:cubicBezTo>
                    <a:cubicBezTo>
                      <a:pt x="19623" y="12000"/>
                      <a:pt x="19720" y="12108"/>
                      <a:pt x="19802" y="12211"/>
                    </a:cubicBezTo>
                    <a:cubicBezTo>
                      <a:pt x="19885" y="12313"/>
                      <a:pt x="19966" y="12406"/>
                      <a:pt x="20021" y="12465"/>
                    </a:cubicBezTo>
                    <a:lnTo>
                      <a:pt x="20133" y="12620"/>
                    </a:lnTo>
                    <a:cubicBezTo>
                      <a:pt x="20160" y="12663"/>
                      <a:pt x="20267" y="12696"/>
                      <a:pt x="20377" y="12696"/>
                    </a:cubicBezTo>
                    <a:cubicBezTo>
                      <a:pt x="20418" y="12696"/>
                      <a:pt x="20460" y="12691"/>
                      <a:pt x="20501" y="12685"/>
                    </a:cubicBezTo>
                    <a:cubicBezTo>
                      <a:pt x="20598" y="12664"/>
                      <a:pt x="20654" y="12614"/>
                      <a:pt x="20613" y="12566"/>
                    </a:cubicBezTo>
                    <a:lnTo>
                      <a:pt x="20514" y="12421"/>
                    </a:lnTo>
                    <a:cubicBezTo>
                      <a:pt x="20501" y="12410"/>
                      <a:pt x="20502" y="12395"/>
                      <a:pt x="20489" y="12384"/>
                    </a:cubicBezTo>
                    <a:cubicBezTo>
                      <a:pt x="20434" y="12303"/>
                      <a:pt x="20159" y="11861"/>
                      <a:pt x="20077" y="11618"/>
                    </a:cubicBezTo>
                    <a:cubicBezTo>
                      <a:pt x="20063" y="11521"/>
                      <a:pt x="20037" y="11512"/>
                      <a:pt x="20120" y="11495"/>
                    </a:cubicBezTo>
                    <a:cubicBezTo>
                      <a:pt x="20230" y="11468"/>
                      <a:pt x="20792" y="11791"/>
                      <a:pt x="21218" y="11802"/>
                    </a:cubicBezTo>
                    <a:cubicBezTo>
                      <a:pt x="21533" y="11802"/>
                      <a:pt x="21572" y="11759"/>
                      <a:pt x="21531" y="11721"/>
                    </a:cubicBezTo>
                    <a:cubicBezTo>
                      <a:pt x="21517" y="11705"/>
                      <a:pt x="21491" y="11683"/>
                      <a:pt x="21449" y="11672"/>
                    </a:cubicBezTo>
                    <a:cubicBezTo>
                      <a:pt x="20873" y="11462"/>
                      <a:pt x="20628" y="11107"/>
                      <a:pt x="20051" y="10913"/>
                    </a:cubicBezTo>
                    <a:cubicBezTo>
                      <a:pt x="19667" y="10784"/>
                      <a:pt x="19239" y="10693"/>
                      <a:pt x="19060" y="10391"/>
                    </a:cubicBezTo>
                    <a:cubicBezTo>
                      <a:pt x="19060" y="10391"/>
                      <a:pt x="18993" y="10278"/>
                      <a:pt x="18979" y="10208"/>
                    </a:cubicBezTo>
                    <a:cubicBezTo>
                      <a:pt x="18800" y="9534"/>
                      <a:pt x="18580" y="9173"/>
                      <a:pt x="18374" y="8279"/>
                    </a:cubicBezTo>
                    <a:cubicBezTo>
                      <a:pt x="18278" y="7880"/>
                      <a:pt x="17935" y="7331"/>
                      <a:pt x="17757" y="7067"/>
                    </a:cubicBezTo>
                    <a:cubicBezTo>
                      <a:pt x="17674" y="6943"/>
                      <a:pt x="17608" y="6813"/>
                      <a:pt x="17581" y="6690"/>
                    </a:cubicBezTo>
                    <a:cubicBezTo>
                      <a:pt x="17361" y="5968"/>
                      <a:pt x="17334" y="5160"/>
                      <a:pt x="17238" y="4799"/>
                    </a:cubicBezTo>
                    <a:cubicBezTo>
                      <a:pt x="17045" y="3991"/>
                      <a:pt x="16274" y="3662"/>
                      <a:pt x="13914" y="3511"/>
                    </a:cubicBezTo>
                    <a:cubicBezTo>
                      <a:pt x="13914" y="3511"/>
                      <a:pt x="13601" y="3485"/>
                      <a:pt x="13395" y="3442"/>
                    </a:cubicBezTo>
                    <a:cubicBezTo>
                      <a:pt x="12846" y="3329"/>
                      <a:pt x="12392" y="3037"/>
                      <a:pt x="12378" y="2789"/>
                    </a:cubicBezTo>
                    <a:lnTo>
                      <a:pt x="12378" y="2601"/>
                    </a:lnTo>
                    <a:cubicBezTo>
                      <a:pt x="12763" y="2428"/>
                      <a:pt x="12897" y="2316"/>
                      <a:pt x="13034" y="1917"/>
                    </a:cubicBezTo>
                    <a:cubicBezTo>
                      <a:pt x="13089" y="1923"/>
                      <a:pt x="13228" y="1934"/>
                      <a:pt x="13283" y="1885"/>
                    </a:cubicBezTo>
                    <a:cubicBezTo>
                      <a:pt x="13585" y="1654"/>
                      <a:pt x="13903" y="1260"/>
                      <a:pt x="13463" y="1249"/>
                    </a:cubicBezTo>
                    <a:cubicBezTo>
                      <a:pt x="13367" y="1249"/>
                      <a:pt x="13283" y="1249"/>
                      <a:pt x="13215" y="1249"/>
                    </a:cubicBezTo>
                    <a:cubicBezTo>
                      <a:pt x="13256" y="1023"/>
                      <a:pt x="13257" y="812"/>
                      <a:pt x="13120" y="635"/>
                    </a:cubicBezTo>
                    <a:cubicBezTo>
                      <a:pt x="12846" y="263"/>
                      <a:pt x="12105" y="0"/>
                      <a:pt x="10787" y="0"/>
                    </a:cubicBezTo>
                    <a:cubicBezTo>
                      <a:pt x="10787" y="0"/>
                      <a:pt x="10770" y="0"/>
                      <a:pt x="10770" y="0"/>
                    </a:cubicBezTo>
                    <a:cubicBezTo>
                      <a:pt x="10770" y="0"/>
                      <a:pt x="10757" y="0"/>
                      <a:pt x="1075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254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endParaRPr/>
              </a:p>
            </p:txBody>
          </p:sp>
        </p:grpSp>
        <p:sp>
          <p:nvSpPr>
            <p:cNvPr id="32" name="Feuerwehrfahrzeug">
              <a:extLst>
                <a:ext uri="{FF2B5EF4-FFF2-40B4-BE49-F238E27FC236}">
                  <a16:creationId xmlns:a16="http://schemas.microsoft.com/office/drawing/2014/main" id="{675CFF8E-6DAD-44C1-AB7D-7E456865E607}"/>
                </a:ext>
              </a:extLst>
            </p:cNvPr>
            <p:cNvSpPr/>
            <p:nvPr/>
          </p:nvSpPr>
          <p:spPr>
            <a:xfrm flipH="1">
              <a:off x="4721855" y="3914133"/>
              <a:ext cx="2639905" cy="119909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760" y="0"/>
                  </a:moveTo>
                  <a:cubicBezTo>
                    <a:pt x="1749" y="0"/>
                    <a:pt x="1738" y="10"/>
                    <a:pt x="1733" y="22"/>
                  </a:cubicBezTo>
                  <a:lnTo>
                    <a:pt x="324" y="3006"/>
                  </a:lnTo>
                  <a:cubicBezTo>
                    <a:pt x="319" y="3017"/>
                    <a:pt x="308" y="3032"/>
                    <a:pt x="297" y="3032"/>
                  </a:cubicBezTo>
                  <a:lnTo>
                    <a:pt x="39" y="3032"/>
                  </a:lnTo>
                  <a:cubicBezTo>
                    <a:pt x="17" y="3032"/>
                    <a:pt x="0" y="3066"/>
                    <a:pt x="0" y="3113"/>
                  </a:cubicBezTo>
                  <a:lnTo>
                    <a:pt x="0" y="4540"/>
                  </a:lnTo>
                  <a:cubicBezTo>
                    <a:pt x="0" y="4587"/>
                    <a:pt x="17" y="4622"/>
                    <a:pt x="39" y="4622"/>
                  </a:cubicBezTo>
                  <a:lnTo>
                    <a:pt x="1858" y="4622"/>
                  </a:lnTo>
                  <a:cubicBezTo>
                    <a:pt x="1890" y="4622"/>
                    <a:pt x="1912" y="4681"/>
                    <a:pt x="1912" y="4741"/>
                  </a:cubicBezTo>
                  <a:lnTo>
                    <a:pt x="1912" y="5372"/>
                  </a:lnTo>
                  <a:cubicBezTo>
                    <a:pt x="1912" y="5372"/>
                    <a:pt x="1912" y="5371"/>
                    <a:pt x="1912" y="5394"/>
                  </a:cubicBezTo>
                  <a:lnTo>
                    <a:pt x="6782" y="5394"/>
                  </a:lnTo>
                  <a:lnTo>
                    <a:pt x="6782" y="4741"/>
                  </a:lnTo>
                  <a:cubicBezTo>
                    <a:pt x="6782" y="4681"/>
                    <a:pt x="6804" y="4622"/>
                    <a:pt x="6836" y="4622"/>
                  </a:cubicBezTo>
                  <a:lnTo>
                    <a:pt x="21536" y="4622"/>
                  </a:lnTo>
                  <a:cubicBezTo>
                    <a:pt x="21573" y="4622"/>
                    <a:pt x="21600" y="4564"/>
                    <a:pt x="21600" y="4480"/>
                  </a:cubicBezTo>
                  <a:lnTo>
                    <a:pt x="21600" y="3173"/>
                  </a:lnTo>
                  <a:cubicBezTo>
                    <a:pt x="21600" y="3101"/>
                    <a:pt x="21573" y="3032"/>
                    <a:pt x="21536" y="3032"/>
                  </a:cubicBezTo>
                  <a:lnTo>
                    <a:pt x="21357" y="3032"/>
                  </a:lnTo>
                  <a:cubicBezTo>
                    <a:pt x="21308" y="3032"/>
                    <a:pt x="21266" y="2996"/>
                    <a:pt x="21233" y="2913"/>
                  </a:cubicBezTo>
                  <a:lnTo>
                    <a:pt x="19926" y="22"/>
                  </a:lnTo>
                  <a:cubicBezTo>
                    <a:pt x="19920" y="10"/>
                    <a:pt x="19909" y="0"/>
                    <a:pt x="19899" y="0"/>
                  </a:cubicBezTo>
                  <a:lnTo>
                    <a:pt x="1760" y="0"/>
                  </a:lnTo>
                  <a:close/>
                  <a:moveTo>
                    <a:pt x="2123" y="747"/>
                  </a:moveTo>
                  <a:lnTo>
                    <a:pt x="2889" y="747"/>
                  </a:lnTo>
                  <a:cubicBezTo>
                    <a:pt x="2921" y="747"/>
                    <a:pt x="2943" y="844"/>
                    <a:pt x="2916" y="892"/>
                  </a:cubicBezTo>
                  <a:lnTo>
                    <a:pt x="2150" y="2649"/>
                  </a:lnTo>
                  <a:cubicBezTo>
                    <a:pt x="2128" y="2708"/>
                    <a:pt x="2084" y="2661"/>
                    <a:pt x="2084" y="2589"/>
                  </a:cubicBezTo>
                  <a:lnTo>
                    <a:pt x="2084" y="832"/>
                  </a:lnTo>
                  <a:cubicBezTo>
                    <a:pt x="2084" y="785"/>
                    <a:pt x="2101" y="747"/>
                    <a:pt x="2123" y="747"/>
                  </a:cubicBezTo>
                  <a:close/>
                  <a:moveTo>
                    <a:pt x="3770" y="747"/>
                  </a:moveTo>
                  <a:lnTo>
                    <a:pt x="4536" y="747"/>
                  </a:lnTo>
                  <a:cubicBezTo>
                    <a:pt x="4568" y="747"/>
                    <a:pt x="4590" y="844"/>
                    <a:pt x="4563" y="892"/>
                  </a:cubicBezTo>
                  <a:lnTo>
                    <a:pt x="3797" y="2649"/>
                  </a:lnTo>
                  <a:cubicBezTo>
                    <a:pt x="3775" y="2708"/>
                    <a:pt x="3731" y="2661"/>
                    <a:pt x="3731" y="2589"/>
                  </a:cubicBezTo>
                  <a:lnTo>
                    <a:pt x="3731" y="832"/>
                  </a:lnTo>
                  <a:cubicBezTo>
                    <a:pt x="3731" y="785"/>
                    <a:pt x="3748" y="747"/>
                    <a:pt x="3770" y="747"/>
                  </a:cubicBezTo>
                  <a:close/>
                  <a:moveTo>
                    <a:pt x="5378" y="747"/>
                  </a:moveTo>
                  <a:lnTo>
                    <a:pt x="6146" y="747"/>
                  </a:lnTo>
                  <a:cubicBezTo>
                    <a:pt x="6178" y="747"/>
                    <a:pt x="6200" y="844"/>
                    <a:pt x="6173" y="892"/>
                  </a:cubicBezTo>
                  <a:lnTo>
                    <a:pt x="5405" y="2649"/>
                  </a:lnTo>
                  <a:cubicBezTo>
                    <a:pt x="5383" y="2708"/>
                    <a:pt x="5341" y="2661"/>
                    <a:pt x="5341" y="2589"/>
                  </a:cubicBezTo>
                  <a:lnTo>
                    <a:pt x="5341" y="832"/>
                  </a:lnTo>
                  <a:cubicBezTo>
                    <a:pt x="5341" y="785"/>
                    <a:pt x="5356" y="747"/>
                    <a:pt x="5378" y="747"/>
                  </a:cubicBezTo>
                  <a:close/>
                  <a:moveTo>
                    <a:pt x="6993" y="747"/>
                  </a:moveTo>
                  <a:lnTo>
                    <a:pt x="7761" y="747"/>
                  </a:lnTo>
                  <a:cubicBezTo>
                    <a:pt x="7793" y="747"/>
                    <a:pt x="7815" y="844"/>
                    <a:pt x="7788" y="892"/>
                  </a:cubicBezTo>
                  <a:lnTo>
                    <a:pt x="7020" y="2649"/>
                  </a:lnTo>
                  <a:cubicBezTo>
                    <a:pt x="6998" y="2708"/>
                    <a:pt x="6956" y="2661"/>
                    <a:pt x="6956" y="2589"/>
                  </a:cubicBezTo>
                  <a:lnTo>
                    <a:pt x="6956" y="832"/>
                  </a:lnTo>
                  <a:cubicBezTo>
                    <a:pt x="6956" y="785"/>
                    <a:pt x="6971" y="747"/>
                    <a:pt x="6993" y="747"/>
                  </a:cubicBezTo>
                  <a:close/>
                  <a:moveTo>
                    <a:pt x="8603" y="747"/>
                  </a:moveTo>
                  <a:lnTo>
                    <a:pt x="9369" y="747"/>
                  </a:lnTo>
                  <a:cubicBezTo>
                    <a:pt x="9401" y="747"/>
                    <a:pt x="9423" y="844"/>
                    <a:pt x="9396" y="892"/>
                  </a:cubicBezTo>
                  <a:lnTo>
                    <a:pt x="8630" y="2649"/>
                  </a:lnTo>
                  <a:cubicBezTo>
                    <a:pt x="8608" y="2708"/>
                    <a:pt x="8564" y="2661"/>
                    <a:pt x="8564" y="2589"/>
                  </a:cubicBezTo>
                  <a:lnTo>
                    <a:pt x="8564" y="832"/>
                  </a:lnTo>
                  <a:cubicBezTo>
                    <a:pt x="8564" y="785"/>
                    <a:pt x="8581" y="747"/>
                    <a:pt x="8603" y="747"/>
                  </a:cubicBezTo>
                  <a:close/>
                  <a:moveTo>
                    <a:pt x="10218" y="747"/>
                  </a:moveTo>
                  <a:lnTo>
                    <a:pt x="10984" y="747"/>
                  </a:lnTo>
                  <a:cubicBezTo>
                    <a:pt x="11016" y="747"/>
                    <a:pt x="11038" y="844"/>
                    <a:pt x="11011" y="892"/>
                  </a:cubicBezTo>
                  <a:lnTo>
                    <a:pt x="10245" y="2649"/>
                  </a:lnTo>
                  <a:cubicBezTo>
                    <a:pt x="10223" y="2708"/>
                    <a:pt x="10179" y="2661"/>
                    <a:pt x="10179" y="2589"/>
                  </a:cubicBezTo>
                  <a:lnTo>
                    <a:pt x="10179" y="832"/>
                  </a:lnTo>
                  <a:cubicBezTo>
                    <a:pt x="10179" y="785"/>
                    <a:pt x="10196" y="747"/>
                    <a:pt x="10218" y="747"/>
                  </a:cubicBezTo>
                  <a:close/>
                  <a:moveTo>
                    <a:pt x="11826" y="747"/>
                  </a:moveTo>
                  <a:lnTo>
                    <a:pt x="12594" y="747"/>
                  </a:lnTo>
                  <a:cubicBezTo>
                    <a:pt x="12626" y="747"/>
                    <a:pt x="12648" y="844"/>
                    <a:pt x="12621" y="892"/>
                  </a:cubicBezTo>
                  <a:lnTo>
                    <a:pt x="11853" y="2649"/>
                  </a:lnTo>
                  <a:cubicBezTo>
                    <a:pt x="11831" y="2708"/>
                    <a:pt x="11789" y="2661"/>
                    <a:pt x="11789" y="2589"/>
                  </a:cubicBezTo>
                  <a:lnTo>
                    <a:pt x="11789" y="832"/>
                  </a:lnTo>
                  <a:cubicBezTo>
                    <a:pt x="11789" y="785"/>
                    <a:pt x="11804" y="747"/>
                    <a:pt x="11826" y="747"/>
                  </a:cubicBezTo>
                  <a:close/>
                  <a:moveTo>
                    <a:pt x="13441" y="747"/>
                  </a:moveTo>
                  <a:lnTo>
                    <a:pt x="14207" y="747"/>
                  </a:lnTo>
                  <a:cubicBezTo>
                    <a:pt x="14239" y="747"/>
                    <a:pt x="14261" y="844"/>
                    <a:pt x="14234" y="892"/>
                  </a:cubicBezTo>
                  <a:lnTo>
                    <a:pt x="13468" y="2649"/>
                  </a:lnTo>
                  <a:cubicBezTo>
                    <a:pt x="13446" y="2708"/>
                    <a:pt x="13404" y="2661"/>
                    <a:pt x="13404" y="2589"/>
                  </a:cubicBezTo>
                  <a:lnTo>
                    <a:pt x="13404" y="832"/>
                  </a:lnTo>
                  <a:cubicBezTo>
                    <a:pt x="13404" y="785"/>
                    <a:pt x="13419" y="747"/>
                    <a:pt x="13441" y="747"/>
                  </a:cubicBezTo>
                  <a:close/>
                  <a:moveTo>
                    <a:pt x="15056" y="747"/>
                  </a:moveTo>
                  <a:lnTo>
                    <a:pt x="15822" y="747"/>
                  </a:lnTo>
                  <a:cubicBezTo>
                    <a:pt x="15854" y="747"/>
                    <a:pt x="15876" y="844"/>
                    <a:pt x="15849" y="892"/>
                  </a:cubicBezTo>
                  <a:lnTo>
                    <a:pt x="15083" y="2649"/>
                  </a:lnTo>
                  <a:cubicBezTo>
                    <a:pt x="15061" y="2708"/>
                    <a:pt x="15017" y="2661"/>
                    <a:pt x="15017" y="2589"/>
                  </a:cubicBezTo>
                  <a:lnTo>
                    <a:pt x="15017" y="832"/>
                  </a:lnTo>
                  <a:cubicBezTo>
                    <a:pt x="15011" y="785"/>
                    <a:pt x="15034" y="747"/>
                    <a:pt x="15056" y="747"/>
                  </a:cubicBezTo>
                  <a:close/>
                  <a:moveTo>
                    <a:pt x="16664" y="747"/>
                  </a:moveTo>
                  <a:lnTo>
                    <a:pt x="17432" y="747"/>
                  </a:lnTo>
                  <a:cubicBezTo>
                    <a:pt x="17464" y="747"/>
                    <a:pt x="17486" y="844"/>
                    <a:pt x="17459" y="892"/>
                  </a:cubicBezTo>
                  <a:lnTo>
                    <a:pt x="16691" y="2649"/>
                  </a:lnTo>
                  <a:cubicBezTo>
                    <a:pt x="16669" y="2708"/>
                    <a:pt x="16627" y="2661"/>
                    <a:pt x="16627" y="2589"/>
                  </a:cubicBezTo>
                  <a:lnTo>
                    <a:pt x="16627" y="832"/>
                  </a:lnTo>
                  <a:cubicBezTo>
                    <a:pt x="16627" y="785"/>
                    <a:pt x="16642" y="747"/>
                    <a:pt x="16664" y="747"/>
                  </a:cubicBezTo>
                  <a:close/>
                  <a:moveTo>
                    <a:pt x="18279" y="747"/>
                  </a:moveTo>
                  <a:lnTo>
                    <a:pt x="19047" y="747"/>
                  </a:lnTo>
                  <a:cubicBezTo>
                    <a:pt x="19079" y="747"/>
                    <a:pt x="19101" y="844"/>
                    <a:pt x="19074" y="892"/>
                  </a:cubicBezTo>
                  <a:lnTo>
                    <a:pt x="18306" y="2649"/>
                  </a:lnTo>
                  <a:cubicBezTo>
                    <a:pt x="18284" y="2708"/>
                    <a:pt x="18242" y="2661"/>
                    <a:pt x="18242" y="2589"/>
                  </a:cubicBezTo>
                  <a:lnTo>
                    <a:pt x="18242" y="832"/>
                  </a:lnTo>
                  <a:cubicBezTo>
                    <a:pt x="18236" y="785"/>
                    <a:pt x="18257" y="747"/>
                    <a:pt x="18279" y="747"/>
                  </a:cubicBezTo>
                  <a:close/>
                  <a:moveTo>
                    <a:pt x="3367" y="1014"/>
                  </a:moveTo>
                  <a:cubicBezTo>
                    <a:pt x="3380" y="1028"/>
                    <a:pt x="3392" y="1057"/>
                    <a:pt x="3392" y="1092"/>
                  </a:cubicBezTo>
                  <a:lnTo>
                    <a:pt x="3392" y="2946"/>
                  </a:lnTo>
                  <a:cubicBezTo>
                    <a:pt x="3392" y="2994"/>
                    <a:pt x="3375" y="3032"/>
                    <a:pt x="3353" y="3032"/>
                  </a:cubicBezTo>
                  <a:lnTo>
                    <a:pt x="2550" y="3032"/>
                  </a:lnTo>
                  <a:cubicBezTo>
                    <a:pt x="2517" y="3032"/>
                    <a:pt x="2496" y="2934"/>
                    <a:pt x="2523" y="2887"/>
                  </a:cubicBezTo>
                  <a:lnTo>
                    <a:pt x="3326" y="1033"/>
                  </a:lnTo>
                  <a:cubicBezTo>
                    <a:pt x="3337" y="1003"/>
                    <a:pt x="3353" y="1001"/>
                    <a:pt x="3367" y="1014"/>
                  </a:cubicBezTo>
                  <a:close/>
                  <a:moveTo>
                    <a:pt x="19875" y="1048"/>
                  </a:moveTo>
                  <a:cubicBezTo>
                    <a:pt x="19889" y="1034"/>
                    <a:pt x="19905" y="1040"/>
                    <a:pt x="19916" y="1070"/>
                  </a:cubicBezTo>
                  <a:lnTo>
                    <a:pt x="20736" y="2887"/>
                  </a:lnTo>
                  <a:cubicBezTo>
                    <a:pt x="20763" y="2946"/>
                    <a:pt x="20741" y="3032"/>
                    <a:pt x="20709" y="3032"/>
                  </a:cubicBezTo>
                  <a:lnTo>
                    <a:pt x="19889" y="3032"/>
                  </a:lnTo>
                  <a:cubicBezTo>
                    <a:pt x="19867" y="3032"/>
                    <a:pt x="19850" y="2994"/>
                    <a:pt x="19850" y="2946"/>
                  </a:cubicBezTo>
                  <a:lnTo>
                    <a:pt x="19850" y="1129"/>
                  </a:lnTo>
                  <a:cubicBezTo>
                    <a:pt x="19850" y="1094"/>
                    <a:pt x="19862" y="1061"/>
                    <a:pt x="19875" y="1048"/>
                  </a:cubicBezTo>
                  <a:close/>
                  <a:moveTo>
                    <a:pt x="4976" y="1096"/>
                  </a:moveTo>
                  <a:cubicBezTo>
                    <a:pt x="4990" y="1109"/>
                    <a:pt x="5000" y="1138"/>
                    <a:pt x="5000" y="1174"/>
                  </a:cubicBezTo>
                  <a:lnTo>
                    <a:pt x="5000" y="2946"/>
                  </a:lnTo>
                  <a:cubicBezTo>
                    <a:pt x="5005" y="2994"/>
                    <a:pt x="4984" y="3032"/>
                    <a:pt x="4963" y="3032"/>
                  </a:cubicBezTo>
                  <a:lnTo>
                    <a:pt x="4190" y="3032"/>
                  </a:lnTo>
                  <a:cubicBezTo>
                    <a:pt x="4158" y="3032"/>
                    <a:pt x="4136" y="2934"/>
                    <a:pt x="4163" y="2887"/>
                  </a:cubicBezTo>
                  <a:lnTo>
                    <a:pt x="4936" y="1115"/>
                  </a:lnTo>
                  <a:cubicBezTo>
                    <a:pt x="4947" y="1085"/>
                    <a:pt x="4963" y="1083"/>
                    <a:pt x="4976" y="1096"/>
                  </a:cubicBezTo>
                  <a:close/>
                  <a:moveTo>
                    <a:pt x="6591" y="1096"/>
                  </a:moveTo>
                  <a:cubicBezTo>
                    <a:pt x="6605" y="1109"/>
                    <a:pt x="6615" y="1138"/>
                    <a:pt x="6615" y="1174"/>
                  </a:cubicBezTo>
                  <a:lnTo>
                    <a:pt x="6615" y="2946"/>
                  </a:lnTo>
                  <a:cubicBezTo>
                    <a:pt x="6615" y="2994"/>
                    <a:pt x="6599" y="3032"/>
                    <a:pt x="6578" y="3032"/>
                  </a:cubicBezTo>
                  <a:lnTo>
                    <a:pt x="5805" y="3032"/>
                  </a:lnTo>
                  <a:cubicBezTo>
                    <a:pt x="5773" y="3032"/>
                    <a:pt x="5751" y="2934"/>
                    <a:pt x="5778" y="2887"/>
                  </a:cubicBezTo>
                  <a:lnTo>
                    <a:pt x="6551" y="1115"/>
                  </a:lnTo>
                  <a:cubicBezTo>
                    <a:pt x="6562" y="1085"/>
                    <a:pt x="6578" y="1083"/>
                    <a:pt x="6591" y="1096"/>
                  </a:cubicBezTo>
                  <a:close/>
                  <a:moveTo>
                    <a:pt x="8199" y="1096"/>
                  </a:moveTo>
                  <a:cubicBezTo>
                    <a:pt x="8213" y="1109"/>
                    <a:pt x="8225" y="1138"/>
                    <a:pt x="8225" y="1174"/>
                  </a:cubicBezTo>
                  <a:lnTo>
                    <a:pt x="8225" y="2946"/>
                  </a:lnTo>
                  <a:cubicBezTo>
                    <a:pt x="8230" y="2994"/>
                    <a:pt x="8208" y="3032"/>
                    <a:pt x="8186" y="3032"/>
                  </a:cubicBezTo>
                  <a:lnTo>
                    <a:pt x="7415" y="3032"/>
                  </a:lnTo>
                  <a:cubicBezTo>
                    <a:pt x="7382" y="3032"/>
                    <a:pt x="7361" y="2934"/>
                    <a:pt x="7388" y="2887"/>
                  </a:cubicBezTo>
                  <a:lnTo>
                    <a:pt x="8159" y="1115"/>
                  </a:lnTo>
                  <a:cubicBezTo>
                    <a:pt x="8170" y="1085"/>
                    <a:pt x="8186" y="1083"/>
                    <a:pt x="8199" y="1096"/>
                  </a:cubicBezTo>
                  <a:close/>
                  <a:moveTo>
                    <a:pt x="9814" y="1096"/>
                  </a:moveTo>
                  <a:cubicBezTo>
                    <a:pt x="9828" y="1109"/>
                    <a:pt x="9840" y="1138"/>
                    <a:pt x="9840" y="1174"/>
                  </a:cubicBezTo>
                  <a:lnTo>
                    <a:pt x="9840" y="2946"/>
                  </a:lnTo>
                  <a:cubicBezTo>
                    <a:pt x="9840" y="2994"/>
                    <a:pt x="9822" y="3032"/>
                    <a:pt x="9801" y="3032"/>
                  </a:cubicBezTo>
                  <a:lnTo>
                    <a:pt x="9030" y="3032"/>
                  </a:lnTo>
                  <a:cubicBezTo>
                    <a:pt x="8997" y="3032"/>
                    <a:pt x="8976" y="2934"/>
                    <a:pt x="9003" y="2887"/>
                  </a:cubicBezTo>
                  <a:lnTo>
                    <a:pt x="9774" y="1115"/>
                  </a:lnTo>
                  <a:cubicBezTo>
                    <a:pt x="9785" y="1085"/>
                    <a:pt x="9801" y="1083"/>
                    <a:pt x="9814" y="1096"/>
                  </a:cubicBezTo>
                  <a:close/>
                  <a:moveTo>
                    <a:pt x="11424" y="1096"/>
                  </a:moveTo>
                  <a:cubicBezTo>
                    <a:pt x="11438" y="1109"/>
                    <a:pt x="11448" y="1138"/>
                    <a:pt x="11448" y="1174"/>
                  </a:cubicBezTo>
                  <a:lnTo>
                    <a:pt x="11448" y="2946"/>
                  </a:lnTo>
                  <a:cubicBezTo>
                    <a:pt x="11453" y="2994"/>
                    <a:pt x="11432" y="3032"/>
                    <a:pt x="11411" y="3032"/>
                  </a:cubicBezTo>
                  <a:lnTo>
                    <a:pt x="10638" y="3032"/>
                  </a:lnTo>
                  <a:cubicBezTo>
                    <a:pt x="10605" y="3032"/>
                    <a:pt x="10584" y="2934"/>
                    <a:pt x="10611" y="2887"/>
                  </a:cubicBezTo>
                  <a:lnTo>
                    <a:pt x="11384" y="1115"/>
                  </a:lnTo>
                  <a:cubicBezTo>
                    <a:pt x="11394" y="1085"/>
                    <a:pt x="11411" y="1083"/>
                    <a:pt x="11424" y="1096"/>
                  </a:cubicBezTo>
                  <a:close/>
                  <a:moveTo>
                    <a:pt x="13039" y="1096"/>
                  </a:moveTo>
                  <a:cubicBezTo>
                    <a:pt x="13053" y="1109"/>
                    <a:pt x="13063" y="1138"/>
                    <a:pt x="13063" y="1174"/>
                  </a:cubicBezTo>
                  <a:lnTo>
                    <a:pt x="13063" y="2946"/>
                  </a:lnTo>
                  <a:cubicBezTo>
                    <a:pt x="13063" y="2994"/>
                    <a:pt x="13047" y="3032"/>
                    <a:pt x="13026" y="3032"/>
                  </a:cubicBezTo>
                  <a:lnTo>
                    <a:pt x="12253" y="3032"/>
                  </a:lnTo>
                  <a:cubicBezTo>
                    <a:pt x="12220" y="3032"/>
                    <a:pt x="12199" y="2934"/>
                    <a:pt x="12226" y="2887"/>
                  </a:cubicBezTo>
                  <a:lnTo>
                    <a:pt x="12999" y="1115"/>
                  </a:lnTo>
                  <a:cubicBezTo>
                    <a:pt x="13009" y="1085"/>
                    <a:pt x="13026" y="1083"/>
                    <a:pt x="13039" y="1096"/>
                  </a:cubicBezTo>
                  <a:close/>
                  <a:moveTo>
                    <a:pt x="14647" y="1096"/>
                  </a:moveTo>
                  <a:cubicBezTo>
                    <a:pt x="14661" y="1109"/>
                    <a:pt x="14673" y="1138"/>
                    <a:pt x="14673" y="1174"/>
                  </a:cubicBezTo>
                  <a:lnTo>
                    <a:pt x="14673" y="2946"/>
                  </a:lnTo>
                  <a:cubicBezTo>
                    <a:pt x="14678" y="2994"/>
                    <a:pt x="14655" y="3032"/>
                    <a:pt x="14634" y="3032"/>
                  </a:cubicBezTo>
                  <a:lnTo>
                    <a:pt x="13863" y="3032"/>
                  </a:lnTo>
                  <a:cubicBezTo>
                    <a:pt x="13830" y="3032"/>
                    <a:pt x="13809" y="2934"/>
                    <a:pt x="13836" y="2887"/>
                  </a:cubicBezTo>
                  <a:lnTo>
                    <a:pt x="14607" y="1115"/>
                  </a:lnTo>
                  <a:cubicBezTo>
                    <a:pt x="14618" y="1085"/>
                    <a:pt x="14634" y="1083"/>
                    <a:pt x="14647" y="1096"/>
                  </a:cubicBezTo>
                  <a:close/>
                  <a:moveTo>
                    <a:pt x="16262" y="1096"/>
                  </a:moveTo>
                  <a:cubicBezTo>
                    <a:pt x="16276" y="1109"/>
                    <a:pt x="16286" y="1138"/>
                    <a:pt x="16286" y="1174"/>
                  </a:cubicBezTo>
                  <a:lnTo>
                    <a:pt x="16286" y="2946"/>
                  </a:lnTo>
                  <a:cubicBezTo>
                    <a:pt x="16286" y="2994"/>
                    <a:pt x="16270" y="3032"/>
                    <a:pt x="16249" y="3032"/>
                  </a:cubicBezTo>
                  <a:lnTo>
                    <a:pt x="15476" y="3032"/>
                  </a:lnTo>
                  <a:cubicBezTo>
                    <a:pt x="15443" y="3032"/>
                    <a:pt x="15422" y="2934"/>
                    <a:pt x="15449" y="2887"/>
                  </a:cubicBezTo>
                  <a:lnTo>
                    <a:pt x="16222" y="1115"/>
                  </a:lnTo>
                  <a:cubicBezTo>
                    <a:pt x="16232" y="1085"/>
                    <a:pt x="16249" y="1083"/>
                    <a:pt x="16262" y="1096"/>
                  </a:cubicBezTo>
                  <a:close/>
                  <a:moveTo>
                    <a:pt x="17872" y="1096"/>
                  </a:moveTo>
                  <a:cubicBezTo>
                    <a:pt x="17886" y="1109"/>
                    <a:pt x="17896" y="1138"/>
                    <a:pt x="17896" y="1174"/>
                  </a:cubicBezTo>
                  <a:lnTo>
                    <a:pt x="17896" y="2946"/>
                  </a:lnTo>
                  <a:cubicBezTo>
                    <a:pt x="17901" y="2994"/>
                    <a:pt x="17885" y="3032"/>
                    <a:pt x="17864" y="3032"/>
                  </a:cubicBezTo>
                  <a:lnTo>
                    <a:pt x="17086" y="3032"/>
                  </a:lnTo>
                  <a:cubicBezTo>
                    <a:pt x="17053" y="3032"/>
                    <a:pt x="17032" y="2934"/>
                    <a:pt x="17059" y="2887"/>
                  </a:cubicBezTo>
                  <a:lnTo>
                    <a:pt x="17832" y="1115"/>
                  </a:lnTo>
                  <a:cubicBezTo>
                    <a:pt x="17842" y="1085"/>
                    <a:pt x="17859" y="1083"/>
                    <a:pt x="17872" y="1096"/>
                  </a:cubicBezTo>
                  <a:close/>
                  <a:moveTo>
                    <a:pt x="19485" y="1096"/>
                  </a:moveTo>
                  <a:cubicBezTo>
                    <a:pt x="19499" y="1109"/>
                    <a:pt x="19511" y="1138"/>
                    <a:pt x="19511" y="1174"/>
                  </a:cubicBezTo>
                  <a:lnTo>
                    <a:pt x="19511" y="2946"/>
                  </a:lnTo>
                  <a:cubicBezTo>
                    <a:pt x="19511" y="2994"/>
                    <a:pt x="19493" y="3032"/>
                    <a:pt x="19472" y="3032"/>
                  </a:cubicBezTo>
                  <a:lnTo>
                    <a:pt x="18701" y="3032"/>
                  </a:lnTo>
                  <a:cubicBezTo>
                    <a:pt x="18668" y="3032"/>
                    <a:pt x="18647" y="2934"/>
                    <a:pt x="18674" y="2887"/>
                  </a:cubicBezTo>
                  <a:lnTo>
                    <a:pt x="19445" y="1115"/>
                  </a:lnTo>
                  <a:cubicBezTo>
                    <a:pt x="19456" y="1085"/>
                    <a:pt x="19472" y="1083"/>
                    <a:pt x="19485" y="1096"/>
                  </a:cubicBezTo>
                  <a:close/>
                  <a:moveTo>
                    <a:pt x="1723" y="1159"/>
                  </a:moveTo>
                  <a:cubicBezTo>
                    <a:pt x="1736" y="1171"/>
                    <a:pt x="1745" y="1198"/>
                    <a:pt x="1745" y="1233"/>
                  </a:cubicBezTo>
                  <a:lnTo>
                    <a:pt x="1745" y="2946"/>
                  </a:lnTo>
                  <a:cubicBezTo>
                    <a:pt x="1745" y="2994"/>
                    <a:pt x="1728" y="3032"/>
                    <a:pt x="1706" y="3032"/>
                  </a:cubicBezTo>
                  <a:lnTo>
                    <a:pt x="896" y="3032"/>
                  </a:lnTo>
                  <a:cubicBezTo>
                    <a:pt x="864" y="3032"/>
                    <a:pt x="842" y="2934"/>
                    <a:pt x="869" y="2887"/>
                  </a:cubicBezTo>
                  <a:lnTo>
                    <a:pt x="1679" y="1174"/>
                  </a:lnTo>
                  <a:cubicBezTo>
                    <a:pt x="1693" y="1150"/>
                    <a:pt x="1710" y="1147"/>
                    <a:pt x="1723" y="1159"/>
                  </a:cubicBezTo>
                  <a:close/>
                  <a:moveTo>
                    <a:pt x="827" y="5989"/>
                  </a:moveTo>
                  <a:cubicBezTo>
                    <a:pt x="735" y="5989"/>
                    <a:pt x="665" y="6143"/>
                    <a:pt x="665" y="6346"/>
                  </a:cubicBezTo>
                  <a:lnTo>
                    <a:pt x="665" y="17120"/>
                  </a:lnTo>
                  <a:cubicBezTo>
                    <a:pt x="665" y="17215"/>
                    <a:pt x="632" y="17283"/>
                    <a:pt x="589" y="17283"/>
                  </a:cubicBezTo>
                  <a:lnTo>
                    <a:pt x="76" y="17283"/>
                  </a:lnTo>
                  <a:cubicBezTo>
                    <a:pt x="33" y="17283"/>
                    <a:pt x="0" y="17355"/>
                    <a:pt x="0" y="17450"/>
                  </a:cubicBezTo>
                  <a:lnTo>
                    <a:pt x="0" y="18320"/>
                  </a:lnTo>
                  <a:cubicBezTo>
                    <a:pt x="0" y="19009"/>
                    <a:pt x="254" y="19568"/>
                    <a:pt x="567" y="19568"/>
                  </a:cubicBezTo>
                  <a:lnTo>
                    <a:pt x="3974" y="19568"/>
                  </a:lnTo>
                  <a:lnTo>
                    <a:pt x="3974" y="18828"/>
                  </a:lnTo>
                  <a:cubicBezTo>
                    <a:pt x="3974" y="16950"/>
                    <a:pt x="4645" y="15369"/>
                    <a:pt x="5493" y="15321"/>
                  </a:cubicBezTo>
                  <a:cubicBezTo>
                    <a:pt x="6378" y="15274"/>
                    <a:pt x="7101" y="16832"/>
                    <a:pt x="7101" y="18758"/>
                  </a:cubicBezTo>
                  <a:lnTo>
                    <a:pt x="7101" y="19568"/>
                  </a:lnTo>
                  <a:lnTo>
                    <a:pt x="15974" y="19568"/>
                  </a:lnTo>
                  <a:lnTo>
                    <a:pt x="15974" y="18828"/>
                  </a:lnTo>
                  <a:cubicBezTo>
                    <a:pt x="15974" y="16950"/>
                    <a:pt x="16643" y="15369"/>
                    <a:pt x="17491" y="15321"/>
                  </a:cubicBezTo>
                  <a:cubicBezTo>
                    <a:pt x="18376" y="15274"/>
                    <a:pt x="19101" y="16832"/>
                    <a:pt x="19101" y="18758"/>
                  </a:cubicBezTo>
                  <a:lnTo>
                    <a:pt x="19101" y="19568"/>
                  </a:lnTo>
                  <a:lnTo>
                    <a:pt x="21028" y="19568"/>
                  </a:lnTo>
                  <a:cubicBezTo>
                    <a:pt x="21341" y="19568"/>
                    <a:pt x="21595" y="19009"/>
                    <a:pt x="21595" y="18320"/>
                  </a:cubicBezTo>
                  <a:lnTo>
                    <a:pt x="21595" y="17450"/>
                  </a:lnTo>
                  <a:cubicBezTo>
                    <a:pt x="21600" y="17379"/>
                    <a:pt x="21562" y="17298"/>
                    <a:pt x="21519" y="17298"/>
                  </a:cubicBezTo>
                  <a:lnTo>
                    <a:pt x="21087" y="17298"/>
                  </a:lnTo>
                  <a:cubicBezTo>
                    <a:pt x="21043" y="17298"/>
                    <a:pt x="21011" y="17226"/>
                    <a:pt x="21011" y="17131"/>
                  </a:cubicBezTo>
                  <a:lnTo>
                    <a:pt x="21001" y="12554"/>
                  </a:lnTo>
                  <a:cubicBezTo>
                    <a:pt x="21001" y="12447"/>
                    <a:pt x="20995" y="12352"/>
                    <a:pt x="20984" y="12245"/>
                  </a:cubicBezTo>
                  <a:lnTo>
                    <a:pt x="20628" y="8322"/>
                  </a:lnTo>
                  <a:cubicBezTo>
                    <a:pt x="20584" y="7846"/>
                    <a:pt x="20390" y="7501"/>
                    <a:pt x="20169" y="7501"/>
                  </a:cubicBezTo>
                  <a:lnTo>
                    <a:pt x="19408" y="7501"/>
                  </a:lnTo>
                  <a:cubicBezTo>
                    <a:pt x="19337" y="7501"/>
                    <a:pt x="19273" y="7417"/>
                    <a:pt x="19236" y="7274"/>
                  </a:cubicBezTo>
                  <a:lnTo>
                    <a:pt x="18981" y="6264"/>
                  </a:lnTo>
                  <a:cubicBezTo>
                    <a:pt x="18938" y="6097"/>
                    <a:pt x="18856" y="5989"/>
                    <a:pt x="18770" y="5989"/>
                  </a:cubicBezTo>
                  <a:lnTo>
                    <a:pt x="16762" y="5989"/>
                  </a:lnTo>
                  <a:lnTo>
                    <a:pt x="14214" y="5989"/>
                  </a:lnTo>
                  <a:cubicBezTo>
                    <a:pt x="14122" y="5989"/>
                    <a:pt x="14045" y="6158"/>
                    <a:pt x="14045" y="6360"/>
                  </a:cubicBezTo>
                  <a:lnTo>
                    <a:pt x="14045" y="17164"/>
                  </a:lnTo>
                  <a:cubicBezTo>
                    <a:pt x="14045" y="17235"/>
                    <a:pt x="14018" y="17298"/>
                    <a:pt x="13986" y="17298"/>
                  </a:cubicBezTo>
                  <a:lnTo>
                    <a:pt x="13775" y="17298"/>
                  </a:lnTo>
                  <a:cubicBezTo>
                    <a:pt x="13742" y="17298"/>
                    <a:pt x="13716" y="17235"/>
                    <a:pt x="13716" y="17164"/>
                  </a:cubicBezTo>
                  <a:lnTo>
                    <a:pt x="13716" y="8760"/>
                  </a:lnTo>
                  <a:cubicBezTo>
                    <a:pt x="13716" y="8641"/>
                    <a:pt x="13674" y="8545"/>
                    <a:pt x="13620" y="8545"/>
                  </a:cubicBezTo>
                  <a:lnTo>
                    <a:pt x="11426" y="8545"/>
                  </a:lnTo>
                  <a:cubicBezTo>
                    <a:pt x="11372" y="8545"/>
                    <a:pt x="11330" y="8641"/>
                    <a:pt x="11330" y="8760"/>
                  </a:cubicBezTo>
                  <a:lnTo>
                    <a:pt x="11330" y="17164"/>
                  </a:lnTo>
                  <a:cubicBezTo>
                    <a:pt x="11330" y="17235"/>
                    <a:pt x="11303" y="17298"/>
                    <a:pt x="11271" y="17298"/>
                  </a:cubicBezTo>
                  <a:lnTo>
                    <a:pt x="11060" y="17298"/>
                  </a:lnTo>
                  <a:cubicBezTo>
                    <a:pt x="11027" y="17298"/>
                    <a:pt x="11001" y="17235"/>
                    <a:pt x="11001" y="17164"/>
                  </a:cubicBezTo>
                  <a:lnTo>
                    <a:pt x="11001" y="6360"/>
                  </a:lnTo>
                  <a:cubicBezTo>
                    <a:pt x="11001" y="6158"/>
                    <a:pt x="10924" y="5989"/>
                    <a:pt x="10832" y="5989"/>
                  </a:cubicBezTo>
                  <a:lnTo>
                    <a:pt x="827" y="5989"/>
                  </a:lnTo>
                  <a:close/>
                  <a:moveTo>
                    <a:pt x="14867" y="8404"/>
                  </a:moveTo>
                  <a:lnTo>
                    <a:pt x="16740" y="8404"/>
                  </a:lnTo>
                  <a:cubicBezTo>
                    <a:pt x="16869" y="8404"/>
                    <a:pt x="16973" y="8631"/>
                    <a:pt x="16973" y="8916"/>
                  </a:cubicBezTo>
                  <a:lnTo>
                    <a:pt x="16973" y="11543"/>
                  </a:lnTo>
                  <a:cubicBezTo>
                    <a:pt x="16973" y="11828"/>
                    <a:pt x="16869" y="12052"/>
                    <a:pt x="16740" y="12052"/>
                  </a:cubicBezTo>
                  <a:lnTo>
                    <a:pt x="14867" y="12052"/>
                  </a:lnTo>
                  <a:cubicBezTo>
                    <a:pt x="14737" y="12052"/>
                    <a:pt x="14634" y="11828"/>
                    <a:pt x="14634" y="11543"/>
                  </a:cubicBezTo>
                  <a:lnTo>
                    <a:pt x="14634" y="8916"/>
                  </a:lnTo>
                  <a:cubicBezTo>
                    <a:pt x="14634" y="8631"/>
                    <a:pt x="14737" y="8404"/>
                    <a:pt x="14867" y="8404"/>
                  </a:cubicBezTo>
                  <a:close/>
                  <a:moveTo>
                    <a:pt x="18355" y="8404"/>
                  </a:moveTo>
                  <a:lnTo>
                    <a:pt x="20007" y="8404"/>
                  </a:lnTo>
                  <a:cubicBezTo>
                    <a:pt x="20115" y="8404"/>
                    <a:pt x="20213" y="8582"/>
                    <a:pt x="20234" y="8820"/>
                  </a:cubicBezTo>
                  <a:lnTo>
                    <a:pt x="20461" y="11446"/>
                  </a:lnTo>
                  <a:cubicBezTo>
                    <a:pt x="20488" y="11756"/>
                    <a:pt x="20380" y="12052"/>
                    <a:pt x="20234" y="12052"/>
                  </a:cubicBezTo>
                  <a:lnTo>
                    <a:pt x="18355" y="12052"/>
                  </a:lnTo>
                  <a:cubicBezTo>
                    <a:pt x="18225" y="12052"/>
                    <a:pt x="18122" y="11828"/>
                    <a:pt x="18122" y="11543"/>
                  </a:cubicBezTo>
                  <a:lnTo>
                    <a:pt x="18122" y="8916"/>
                  </a:lnTo>
                  <a:cubicBezTo>
                    <a:pt x="18122" y="8631"/>
                    <a:pt x="18225" y="8404"/>
                    <a:pt x="18355" y="8404"/>
                  </a:cubicBezTo>
                  <a:close/>
                  <a:moveTo>
                    <a:pt x="11885" y="12030"/>
                  </a:moveTo>
                  <a:cubicBezTo>
                    <a:pt x="12009" y="12030"/>
                    <a:pt x="12113" y="12254"/>
                    <a:pt x="12113" y="12528"/>
                  </a:cubicBezTo>
                  <a:cubicBezTo>
                    <a:pt x="12113" y="12801"/>
                    <a:pt x="12009" y="13029"/>
                    <a:pt x="11885" y="13029"/>
                  </a:cubicBezTo>
                  <a:cubicBezTo>
                    <a:pt x="11761" y="13029"/>
                    <a:pt x="11659" y="12801"/>
                    <a:pt x="11659" y="12528"/>
                  </a:cubicBezTo>
                  <a:cubicBezTo>
                    <a:pt x="11659" y="12254"/>
                    <a:pt x="11761" y="12030"/>
                    <a:pt x="11885" y="12030"/>
                  </a:cubicBezTo>
                  <a:close/>
                  <a:moveTo>
                    <a:pt x="12540" y="12041"/>
                  </a:moveTo>
                  <a:cubicBezTo>
                    <a:pt x="12664" y="12041"/>
                    <a:pt x="12766" y="12269"/>
                    <a:pt x="12766" y="12542"/>
                  </a:cubicBezTo>
                  <a:cubicBezTo>
                    <a:pt x="12766" y="12816"/>
                    <a:pt x="12664" y="13040"/>
                    <a:pt x="12540" y="13040"/>
                  </a:cubicBezTo>
                  <a:cubicBezTo>
                    <a:pt x="12415" y="13040"/>
                    <a:pt x="12312" y="12816"/>
                    <a:pt x="12312" y="12542"/>
                  </a:cubicBezTo>
                  <a:cubicBezTo>
                    <a:pt x="12317" y="12257"/>
                    <a:pt x="12415" y="12041"/>
                    <a:pt x="12540" y="12041"/>
                  </a:cubicBezTo>
                  <a:close/>
                  <a:moveTo>
                    <a:pt x="13193" y="12041"/>
                  </a:moveTo>
                  <a:cubicBezTo>
                    <a:pt x="13317" y="12041"/>
                    <a:pt x="13419" y="12269"/>
                    <a:pt x="13419" y="12542"/>
                  </a:cubicBezTo>
                  <a:cubicBezTo>
                    <a:pt x="13419" y="12816"/>
                    <a:pt x="13317" y="13040"/>
                    <a:pt x="13193" y="13040"/>
                  </a:cubicBezTo>
                  <a:cubicBezTo>
                    <a:pt x="13068" y="13040"/>
                    <a:pt x="12965" y="12816"/>
                    <a:pt x="12965" y="12542"/>
                  </a:cubicBezTo>
                  <a:cubicBezTo>
                    <a:pt x="12970" y="12257"/>
                    <a:pt x="13074" y="12041"/>
                    <a:pt x="13193" y="12041"/>
                  </a:cubicBezTo>
                  <a:close/>
                  <a:moveTo>
                    <a:pt x="13329" y="13523"/>
                  </a:moveTo>
                  <a:cubicBezTo>
                    <a:pt x="13344" y="13528"/>
                    <a:pt x="13357" y="13546"/>
                    <a:pt x="13365" y="13575"/>
                  </a:cubicBezTo>
                  <a:lnTo>
                    <a:pt x="13431" y="13765"/>
                  </a:lnTo>
                  <a:cubicBezTo>
                    <a:pt x="13452" y="13824"/>
                    <a:pt x="13446" y="13907"/>
                    <a:pt x="13419" y="13943"/>
                  </a:cubicBezTo>
                  <a:lnTo>
                    <a:pt x="13279" y="14181"/>
                  </a:lnTo>
                  <a:cubicBezTo>
                    <a:pt x="13263" y="14205"/>
                    <a:pt x="13251" y="14264"/>
                    <a:pt x="13257" y="14300"/>
                  </a:cubicBezTo>
                  <a:cubicBezTo>
                    <a:pt x="13289" y="14621"/>
                    <a:pt x="13241" y="14956"/>
                    <a:pt x="13112" y="15158"/>
                  </a:cubicBezTo>
                  <a:cubicBezTo>
                    <a:pt x="12993" y="15336"/>
                    <a:pt x="12841" y="15345"/>
                    <a:pt x="12722" y="15202"/>
                  </a:cubicBezTo>
                  <a:cubicBezTo>
                    <a:pt x="12700" y="15179"/>
                    <a:pt x="12679" y="15182"/>
                    <a:pt x="12663" y="15217"/>
                  </a:cubicBezTo>
                  <a:lnTo>
                    <a:pt x="12523" y="15455"/>
                  </a:lnTo>
                  <a:cubicBezTo>
                    <a:pt x="12496" y="15503"/>
                    <a:pt x="12458" y="15489"/>
                    <a:pt x="12442" y="15429"/>
                  </a:cubicBezTo>
                  <a:lnTo>
                    <a:pt x="12378" y="15240"/>
                  </a:lnTo>
                  <a:cubicBezTo>
                    <a:pt x="12356" y="15180"/>
                    <a:pt x="12361" y="15097"/>
                    <a:pt x="12388" y="15061"/>
                  </a:cubicBezTo>
                  <a:lnTo>
                    <a:pt x="12528" y="14824"/>
                  </a:lnTo>
                  <a:cubicBezTo>
                    <a:pt x="12544" y="14800"/>
                    <a:pt x="12555" y="14740"/>
                    <a:pt x="12550" y="14705"/>
                  </a:cubicBezTo>
                  <a:cubicBezTo>
                    <a:pt x="12517" y="14384"/>
                    <a:pt x="12565" y="14052"/>
                    <a:pt x="12695" y="13850"/>
                  </a:cubicBezTo>
                  <a:cubicBezTo>
                    <a:pt x="12814" y="13672"/>
                    <a:pt x="12966" y="13659"/>
                    <a:pt x="13085" y="13802"/>
                  </a:cubicBezTo>
                  <a:cubicBezTo>
                    <a:pt x="13106" y="13826"/>
                    <a:pt x="13128" y="13826"/>
                    <a:pt x="13144" y="13791"/>
                  </a:cubicBezTo>
                  <a:lnTo>
                    <a:pt x="13284" y="13553"/>
                  </a:lnTo>
                  <a:cubicBezTo>
                    <a:pt x="13297" y="13529"/>
                    <a:pt x="13315" y="13519"/>
                    <a:pt x="13329" y="13523"/>
                  </a:cubicBezTo>
                  <a:close/>
                  <a:moveTo>
                    <a:pt x="11772" y="13635"/>
                  </a:moveTo>
                  <a:lnTo>
                    <a:pt x="11993" y="13635"/>
                  </a:lnTo>
                  <a:cubicBezTo>
                    <a:pt x="12025" y="13635"/>
                    <a:pt x="12054" y="13693"/>
                    <a:pt x="12054" y="13765"/>
                  </a:cubicBezTo>
                  <a:lnTo>
                    <a:pt x="12054" y="15228"/>
                  </a:lnTo>
                  <a:cubicBezTo>
                    <a:pt x="12054" y="15300"/>
                    <a:pt x="12025" y="15359"/>
                    <a:pt x="11993" y="15359"/>
                  </a:cubicBezTo>
                  <a:lnTo>
                    <a:pt x="11772" y="15359"/>
                  </a:lnTo>
                  <a:cubicBezTo>
                    <a:pt x="11739" y="15359"/>
                    <a:pt x="11713" y="15300"/>
                    <a:pt x="11713" y="15228"/>
                  </a:cubicBezTo>
                  <a:lnTo>
                    <a:pt x="11713" y="13765"/>
                  </a:lnTo>
                  <a:cubicBezTo>
                    <a:pt x="11713" y="13693"/>
                    <a:pt x="11739" y="13635"/>
                    <a:pt x="11772" y="13635"/>
                  </a:cubicBezTo>
                  <a:close/>
                  <a:moveTo>
                    <a:pt x="5540" y="15964"/>
                  </a:moveTo>
                  <a:cubicBezTo>
                    <a:pt x="4833" y="15964"/>
                    <a:pt x="4261" y="17227"/>
                    <a:pt x="4261" y="18784"/>
                  </a:cubicBezTo>
                  <a:cubicBezTo>
                    <a:pt x="4261" y="20341"/>
                    <a:pt x="4833" y="21600"/>
                    <a:pt x="5540" y="21600"/>
                  </a:cubicBezTo>
                  <a:cubicBezTo>
                    <a:pt x="6247" y="21600"/>
                    <a:pt x="6821" y="20341"/>
                    <a:pt x="6821" y="18784"/>
                  </a:cubicBezTo>
                  <a:cubicBezTo>
                    <a:pt x="6821" y="17227"/>
                    <a:pt x="6242" y="15964"/>
                    <a:pt x="5540" y="15964"/>
                  </a:cubicBezTo>
                  <a:close/>
                  <a:moveTo>
                    <a:pt x="17535" y="15964"/>
                  </a:moveTo>
                  <a:cubicBezTo>
                    <a:pt x="16827" y="15964"/>
                    <a:pt x="16254" y="17227"/>
                    <a:pt x="16254" y="18784"/>
                  </a:cubicBezTo>
                  <a:cubicBezTo>
                    <a:pt x="16254" y="20341"/>
                    <a:pt x="16827" y="21600"/>
                    <a:pt x="17535" y="21600"/>
                  </a:cubicBezTo>
                  <a:cubicBezTo>
                    <a:pt x="18242" y="21600"/>
                    <a:pt x="18814" y="20341"/>
                    <a:pt x="18814" y="18784"/>
                  </a:cubicBezTo>
                  <a:cubicBezTo>
                    <a:pt x="18814" y="17227"/>
                    <a:pt x="18242" y="15964"/>
                    <a:pt x="17535" y="15964"/>
                  </a:cubicBezTo>
                  <a:close/>
                  <a:moveTo>
                    <a:pt x="5540" y="17309"/>
                  </a:moveTo>
                  <a:cubicBezTo>
                    <a:pt x="5913" y="17309"/>
                    <a:pt x="6210" y="17975"/>
                    <a:pt x="6210" y="18784"/>
                  </a:cubicBezTo>
                  <a:cubicBezTo>
                    <a:pt x="6210" y="19592"/>
                    <a:pt x="5907" y="20255"/>
                    <a:pt x="5540" y="20255"/>
                  </a:cubicBezTo>
                  <a:cubicBezTo>
                    <a:pt x="5167" y="20255"/>
                    <a:pt x="4872" y="19592"/>
                    <a:pt x="4872" y="18784"/>
                  </a:cubicBezTo>
                  <a:cubicBezTo>
                    <a:pt x="4872" y="17975"/>
                    <a:pt x="5173" y="17309"/>
                    <a:pt x="5540" y="17309"/>
                  </a:cubicBezTo>
                  <a:close/>
                  <a:moveTo>
                    <a:pt x="17535" y="17309"/>
                  </a:moveTo>
                  <a:cubicBezTo>
                    <a:pt x="17907" y="17309"/>
                    <a:pt x="18203" y="17975"/>
                    <a:pt x="18203" y="18784"/>
                  </a:cubicBezTo>
                  <a:cubicBezTo>
                    <a:pt x="18203" y="19592"/>
                    <a:pt x="17907" y="20255"/>
                    <a:pt x="17535" y="20255"/>
                  </a:cubicBezTo>
                  <a:cubicBezTo>
                    <a:pt x="17162" y="20255"/>
                    <a:pt x="16865" y="19592"/>
                    <a:pt x="16865" y="18784"/>
                  </a:cubicBezTo>
                  <a:cubicBezTo>
                    <a:pt x="16865" y="17975"/>
                    <a:pt x="17167" y="17309"/>
                    <a:pt x="17535" y="17309"/>
                  </a:cubicBezTo>
                  <a:close/>
                </a:path>
              </a:pathLst>
            </a:custGeom>
            <a:solidFill>
              <a:schemeClr val="accent2">
                <a:satOff val="-4966"/>
                <a:lumOff val="-10549"/>
              </a:schemeClr>
            </a:solidFill>
            <a:ln w="25400">
              <a:solidFill>
                <a:srgbClr val="000000"/>
              </a:solidFill>
            </a:ln>
          </p:spPr>
          <p:txBody>
            <a:bodyPr lIns="0" tIns="0" rIns="0" bIns="0"/>
            <a:lstStyle/>
            <a:p>
              <a:endParaRPr dirty="0"/>
            </a:p>
          </p:txBody>
        </p:sp>
        <p:sp>
          <p:nvSpPr>
            <p:cNvPr id="33" name="Doppelpfeil">
              <a:extLst>
                <a:ext uri="{FF2B5EF4-FFF2-40B4-BE49-F238E27FC236}">
                  <a16:creationId xmlns:a16="http://schemas.microsoft.com/office/drawing/2014/main" id="{1BF3F9F4-0901-4222-9FC1-44A865948E13}"/>
                </a:ext>
              </a:extLst>
            </p:cNvPr>
            <p:cNvSpPr/>
            <p:nvPr/>
          </p:nvSpPr>
          <p:spPr>
            <a:xfrm>
              <a:off x="2962987" y="4297792"/>
              <a:ext cx="1397001" cy="431777"/>
            </a:xfrm>
            <a:prstGeom prst="leftRightArrow">
              <a:avLst>
                <a:gd name="adj1" fmla="val 32000"/>
                <a:gd name="adj2" fmla="val 129419"/>
              </a:avLst>
            </a:prstGeom>
            <a:solidFill>
              <a:schemeClr val="accent3"/>
            </a:solidFill>
            <a:ln w="38100">
              <a:solidFill>
                <a:srgbClr val="FFFFFF"/>
              </a:solidFill>
            </a:ln>
          </p:spPr>
          <p:txBody>
            <a:bodyPr lIns="0" tIns="0" rIns="0" bIns="0"/>
            <a:lstStyle/>
            <a:p>
              <a:pPr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34" name="Mannschaft">
              <a:extLst>
                <a:ext uri="{FF2B5EF4-FFF2-40B4-BE49-F238E27FC236}">
                  <a16:creationId xmlns:a16="http://schemas.microsoft.com/office/drawing/2014/main" id="{C49175B7-2F81-43AC-B174-3547CA98BFEA}"/>
                </a:ext>
              </a:extLst>
            </p:cNvPr>
            <p:cNvSpPr txBox="1"/>
            <p:nvPr/>
          </p:nvSpPr>
          <p:spPr>
            <a:xfrm>
              <a:off x="1511140" y="3414445"/>
              <a:ext cx="1212274" cy="246938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700" b="1"/>
              </a:lvl1pPr>
            </a:lstStyle>
            <a:p>
              <a:r>
                <a:rPr dirty="0" err="1"/>
                <a:t>Mannschaft</a:t>
              </a:r>
              <a:endParaRPr dirty="0"/>
            </a:p>
          </p:txBody>
        </p:sp>
        <p:sp>
          <p:nvSpPr>
            <p:cNvPr id="35" name="Einsatzmittel">
              <a:extLst>
                <a:ext uri="{FF2B5EF4-FFF2-40B4-BE49-F238E27FC236}">
                  <a16:creationId xmlns:a16="http://schemas.microsoft.com/office/drawing/2014/main" id="{A091223F-0BCA-446A-8BF7-869ED43D0543}"/>
                </a:ext>
              </a:extLst>
            </p:cNvPr>
            <p:cNvSpPr txBox="1"/>
            <p:nvPr/>
          </p:nvSpPr>
          <p:spPr>
            <a:xfrm>
              <a:off x="5531531" y="3330308"/>
              <a:ext cx="1344366" cy="246938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700" b="1"/>
              </a:lvl1pPr>
            </a:lstStyle>
            <a:p>
              <a:r>
                <a:rPr dirty="0" err="1"/>
                <a:t>Einsatzmittel</a:t>
              </a:r>
              <a:endParaRPr dirty="0"/>
            </a:p>
          </p:txBody>
        </p:sp>
      </p:grpSp>
    </p:spTree>
    <p:extLst>
      <p:ext uri="{BB962C8B-B14F-4D97-AF65-F5344CB8AC3E}">
        <p14:creationId xmlns:p14="http://schemas.microsoft.com/office/powerpoint/2010/main" val="23877764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DEF4294-0CC8-49DE-B459-CB0299BA95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Selbstständiger Trupp</a:t>
            </a:r>
          </a:p>
        </p:txBody>
      </p:sp>
      <p:pic>
        <p:nvPicPr>
          <p:cNvPr id="21" name="Grafik 20">
            <a:extLst>
              <a:ext uri="{FF2B5EF4-FFF2-40B4-BE49-F238E27FC236}">
                <a16:creationId xmlns:a16="http://schemas.microsoft.com/office/drawing/2014/main" id="{4B6B55FF-1C11-45EE-9A8C-01EAC4DFA8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6465" y="3513577"/>
            <a:ext cx="1232680" cy="1475333"/>
          </a:xfrm>
          <a:prstGeom prst="rect">
            <a:avLst/>
          </a:prstGeom>
        </p:spPr>
      </p:pic>
      <p:pic>
        <p:nvPicPr>
          <p:cNvPr id="29" name="Grafik 28">
            <a:extLst>
              <a:ext uri="{FF2B5EF4-FFF2-40B4-BE49-F238E27FC236}">
                <a16:creationId xmlns:a16="http://schemas.microsoft.com/office/drawing/2014/main" id="{5C33DA03-6E55-4B34-A737-894FED7D1E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269" y="3513577"/>
            <a:ext cx="1171574" cy="1474567"/>
          </a:xfrm>
          <a:prstGeom prst="rect">
            <a:avLst/>
          </a:prstGeom>
        </p:spPr>
      </p:pic>
      <p:pic>
        <p:nvPicPr>
          <p:cNvPr id="33" name="Grafik 32">
            <a:extLst>
              <a:ext uri="{FF2B5EF4-FFF2-40B4-BE49-F238E27FC236}">
                <a16:creationId xmlns:a16="http://schemas.microsoft.com/office/drawing/2014/main" id="{42F61815-EA71-4A1B-9693-6BA2EA5580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41767" y="3504725"/>
            <a:ext cx="1232680" cy="1491646"/>
          </a:xfrm>
          <a:prstGeom prst="rect">
            <a:avLst/>
          </a:prstGeom>
        </p:spPr>
      </p:pic>
      <p:sp>
        <p:nvSpPr>
          <p:cNvPr id="34" name="Textfeld 33">
            <a:extLst>
              <a:ext uri="{FF2B5EF4-FFF2-40B4-BE49-F238E27FC236}">
                <a16:creationId xmlns:a16="http://schemas.microsoft.com/office/drawing/2014/main" id="{57AF5DAA-3FFA-4754-9043-0ACC2CD10BBC}"/>
              </a:ext>
            </a:extLst>
          </p:cNvPr>
          <p:cNvSpPr txBox="1"/>
          <p:nvPr/>
        </p:nvSpPr>
        <p:spPr>
          <a:xfrm>
            <a:off x="1092269" y="1959429"/>
            <a:ext cx="8962775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800" dirty="0"/>
              <a:t>Mannschaftsstärke: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de-DE" sz="2800" dirty="0"/>
              <a:t>1 / 2 / </a:t>
            </a:r>
            <a:r>
              <a:rPr lang="de-DE" sz="2800" u="sng" dirty="0"/>
              <a:t>3</a:t>
            </a:r>
            <a:r>
              <a:rPr lang="de-DE" sz="2800" dirty="0"/>
              <a:t> </a:t>
            </a:r>
          </a:p>
          <a:p>
            <a:r>
              <a:rPr lang="de-DE" sz="2800" dirty="0"/>
              <a:t>Die Mannschaft eines selbstständigen Trupps gliedert sich in:</a:t>
            </a:r>
          </a:p>
        </p:txBody>
      </p:sp>
    </p:spTree>
    <p:extLst>
      <p:ext uri="{BB962C8B-B14F-4D97-AF65-F5344CB8AC3E}">
        <p14:creationId xmlns:p14="http://schemas.microsoft.com/office/powerpoint/2010/main" val="3884996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DEF4294-0CC8-49DE-B459-CB0299BA95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Staffel</a:t>
            </a:r>
          </a:p>
        </p:txBody>
      </p:sp>
      <p:pic>
        <p:nvPicPr>
          <p:cNvPr id="15" name="Grafik 14">
            <a:extLst>
              <a:ext uri="{FF2B5EF4-FFF2-40B4-BE49-F238E27FC236}">
                <a16:creationId xmlns:a16="http://schemas.microsoft.com/office/drawing/2014/main" id="{8C234D61-1F3E-4127-91FE-62BCF77701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4231" y="3375222"/>
            <a:ext cx="1187532" cy="1428750"/>
          </a:xfrm>
          <a:prstGeom prst="rect">
            <a:avLst/>
          </a:prstGeom>
        </p:spPr>
      </p:pic>
      <p:pic>
        <p:nvPicPr>
          <p:cNvPr id="17" name="Grafik 16">
            <a:extLst>
              <a:ext uri="{FF2B5EF4-FFF2-40B4-BE49-F238E27FC236}">
                <a16:creationId xmlns:a16="http://schemas.microsoft.com/office/drawing/2014/main" id="{EDF4F1E1-511E-457E-A185-697E358E9B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84684" y="3369209"/>
            <a:ext cx="1131867" cy="1428750"/>
          </a:xfrm>
          <a:prstGeom prst="rect">
            <a:avLst/>
          </a:prstGeom>
        </p:spPr>
      </p:pic>
      <p:pic>
        <p:nvPicPr>
          <p:cNvPr id="21" name="Grafik 20">
            <a:extLst>
              <a:ext uri="{FF2B5EF4-FFF2-40B4-BE49-F238E27FC236}">
                <a16:creationId xmlns:a16="http://schemas.microsoft.com/office/drawing/2014/main" id="{4B6B55FF-1C11-45EE-9A8C-01EAC4DFA8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18285" y="3384985"/>
            <a:ext cx="1190625" cy="1425000"/>
          </a:xfrm>
          <a:prstGeom prst="rect">
            <a:avLst/>
          </a:prstGeom>
        </p:spPr>
      </p:pic>
      <p:pic>
        <p:nvPicPr>
          <p:cNvPr id="23" name="Grafik 22">
            <a:extLst>
              <a:ext uri="{FF2B5EF4-FFF2-40B4-BE49-F238E27FC236}">
                <a16:creationId xmlns:a16="http://schemas.microsoft.com/office/drawing/2014/main" id="{9F9B5F64-6CB7-4008-899F-2887FC94EB2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61258" y="3375222"/>
            <a:ext cx="1190625" cy="1438275"/>
          </a:xfrm>
          <a:prstGeom prst="rect">
            <a:avLst/>
          </a:prstGeom>
        </p:spPr>
      </p:pic>
      <p:pic>
        <p:nvPicPr>
          <p:cNvPr id="25" name="Grafik 24">
            <a:extLst>
              <a:ext uri="{FF2B5EF4-FFF2-40B4-BE49-F238E27FC236}">
                <a16:creationId xmlns:a16="http://schemas.microsoft.com/office/drawing/2014/main" id="{4D02FAB4-1A83-46B4-B0FA-4ABEBF801B0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4804" y="3369209"/>
            <a:ext cx="1190625" cy="1428750"/>
          </a:xfrm>
          <a:prstGeom prst="rect">
            <a:avLst/>
          </a:prstGeom>
        </p:spPr>
      </p:pic>
      <p:pic>
        <p:nvPicPr>
          <p:cNvPr id="31" name="Grafik 30">
            <a:extLst>
              <a:ext uri="{FF2B5EF4-FFF2-40B4-BE49-F238E27FC236}">
                <a16:creationId xmlns:a16="http://schemas.microsoft.com/office/drawing/2014/main" id="{2029C8B7-60A7-4BFA-8361-3C43C616E69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85537" y="5204304"/>
            <a:ext cx="1046745" cy="1434763"/>
          </a:xfrm>
          <a:prstGeom prst="rect">
            <a:avLst/>
          </a:prstGeom>
        </p:spPr>
      </p:pic>
      <p:sp>
        <p:nvSpPr>
          <p:cNvPr id="16" name="Textfeld 15">
            <a:extLst>
              <a:ext uri="{FF2B5EF4-FFF2-40B4-BE49-F238E27FC236}">
                <a16:creationId xmlns:a16="http://schemas.microsoft.com/office/drawing/2014/main" id="{B68DF9D2-4035-429E-8C09-B95541463BE6}"/>
              </a:ext>
            </a:extLst>
          </p:cNvPr>
          <p:cNvSpPr txBox="1"/>
          <p:nvPr/>
        </p:nvSpPr>
        <p:spPr>
          <a:xfrm>
            <a:off x="1179199" y="1746348"/>
            <a:ext cx="949067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2800" dirty="0"/>
              <a:t>Mannschaftsstärke: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de-DE" sz="2800" dirty="0"/>
              <a:t>1 / 5 / </a:t>
            </a:r>
            <a:r>
              <a:rPr lang="de-DE" sz="2800" u="sng" dirty="0"/>
              <a:t>6</a:t>
            </a:r>
            <a:r>
              <a:rPr lang="de-DE" sz="2800" dirty="0"/>
              <a:t> </a:t>
            </a:r>
          </a:p>
          <a:p>
            <a:r>
              <a:rPr lang="de-DE" sz="2800" dirty="0"/>
              <a:t>Die Mannschaft einer Staffel gliedert sich in:</a:t>
            </a:r>
          </a:p>
        </p:txBody>
      </p:sp>
    </p:spTree>
    <p:extLst>
      <p:ext uri="{BB962C8B-B14F-4D97-AF65-F5344CB8AC3E}">
        <p14:creationId xmlns:p14="http://schemas.microsoft.com/office/powerpoint/2010/main" val="15278555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DEF4294-0CC8-49DE-B459-CB0299BA95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Gruppe</a:t>
            </a:r>
          </a:p>
        </p:txBody>
      </p:sp>
      <p:pic>
        <p:nvPicPr>
          <p:cNvPr id="19" name="Grafik 18">
            <a:extLst>
              <a:ext uri="{FF2B5EF4-FFF2-40B4-BE49-F238E27FC236}">
                <a16:creationId xmlns:a16="http://schemas.microsoft.com/office/drawing/2014/main" id="{45F15E91-09A6-483B-9F39-137A562102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2477" y="4807285"/>
            <a:ext cx="1187532" cy="1434763"/>
          </a:xfrm>
          <a:prstGeom prst="rect">
            <a:avLst/>
          </a:prstGeom>
        </p:spPr>
      </p:pic>
      <p:pic>
        <p:nvPicPr>
          <p:cNvPr id="27" name="Grafik 26">
            <a:extLst>
              <a:ext uri="{FF2B5EF4-FFF2-40B4-BE49-F238E27FC236}">
                <a16:creationId xmlns:a16="http://schemas.microsoft.com/office/drawing/2014/main" id="{B3026697-66D9-40C7-A8D4-9312669408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8338" y="4807286"/>
            <a:ext cx="1190624" cy="1434763"/>
          </a:xfrm>
          <a:prstGeom prst="rect">
            <a:avLst/>
          </a:prstGeom>
        </p:spPr>
      </p:pic>
      <p:sp>
        <p:nvSpPr>
          <p:cNvPr id="16" name="Textfeld 15">
            <a:extLst>
              <a:ext uri="{FF2B5EF4-FFF2-40B4-BE49-F238E27FC236}">
                <a16:creationId xmlns:a16="http://schemas.microsoft.com/office/drawing/2014/main" id="{B69EE23B-3D94-4FBB-ACAB-8102A224DAA5}"/>
              </a:ext>
            </a:extLst>
          </p:cNvPr>
          <p:cNvSpPr txBox="1"/>
          <p:nvPr/>
        </p:nvSpPr>
        <p:spPr>
          <a:xfrm>
            <a:off x="988808" y="1502140"/>
            <a:ext cx="7740266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2800" dirty="0"/>
              <a:t>Mannschaftsstärke: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de-DE" sz="2800" dirty="0"/>
              <a:t>1 / 8 / </a:t>
            </a:r>
            <a:r>
              <a:rPr lang="de-DE" sz="2800" u="sng" dirty="0"/>
              <a:t>9</a:t>
            </a:r>
            <a:r>
              <a:rPr lang="de-DE" sz="2800" dirty="0"/>
              <a:t> </a:t>
            </a:r>
          </a:p>
          <a:p>
            <a:r>
              <a:rPr lang="de-DE" sz="2800" dirty="0"/>
              <a:t>Die Mannschaft einer Gruppe gliedert sich in:</a:t>
            </a:r>
          </a:p>
        </p:txBody>
      </p:sp>
      <p:pic>
        <p:nvPicPr>
          <p:cNvPr id="18" name="Grafik 17">
            <a:extLst>
              <a:ext uri="{FF2B5EF4-FFF2-40B4-BE49-F238E27FC236}">
                <a16:creationId xmlns:a16="http://schemas.microsoft.com/office/drawing/2014/main" id="{F6ADF559-CFA0-4534-861D-2A96687B00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52477" y="3136215"/>
            <a:ext cx="1138815" cy="1372589"/>
          </a:xfrm>
          <a:prstGeom prst="rect">
            <a:avLst/>
          </a:prstGeom>
        </p:spPr>
      </p:pic>
      <p:pic>
        <p:nvPicPr>
          <p:cNvPr id="20" name="Grafik 19">
            <a:extLst>
              <a:ext uri="{FF2B5EF4-FFF2-40B4-BE49-F238E27FC236}">
                <a16:creationId xmlns:a16="http://schemas.microsoft.com/office/drawing/2014/main" id="{AAE7EA47-3D22-45A2-894A-9AAAAA3C97A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4199" y="4813300"/>
            <a:ext cx="1190624" cy="1428750"/>
          </a:xfrm>
          <a:prstGeom prst="rect">
            <a:avLst/>
          </a:prstGeom>
        </p:spPr>
      </p:pic>
      <p:pic>
        <p:nvPicPr>
          <p:cNvPr id="22" name="Grafik 21">
            <a:extLst>
              <a:ext uri="{FF2B5EF4-FFF2-40B4-BE49-F238E27FC236}">
                <a16:creationId xmlns:a16="http://schemas.microsoft.com/office/drawing/2014/main" id="{F5318700-618C-4443-8E22-01CB848DD6D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58441" y="3136215"/>
            <a:ext cx="1190625" cy="1377524"/>
          </a:xfrm>
          <a:prstGeom prst="rect">
            <a:avLst/>
          </a:prstGeom>
        </p:spPr>
      </p:pic>
      <p:pic>
        <p:nvPicPr>
          <p:cNvPr id="24" name="Grafik 23">
            <a:extLst>
              <a:ext uri="{FF2B5EF4-FFF2-40B4-BE49-F238E27FC236}">
                <a16:creationId xmlns:a16="http://schemas.microsoft.com/office/drawing/2014/main" id="{D0D6DB94-F8FB-418B-8ED0-28CB46FDF31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48338" y="3145352"/>
            <a:ext cx="1190625" cy="1368387"/>
          </a:xfrm>
          <a:prstGeom prst="rect">
            <a:avLst/>
          </a:prstGeom>
        </p:spPr>
      </p:pic>
      <p:pic>
        <p:nvPicPr>
          <p:cNvPr id="26" name="Grafik 25">
            <a:extLst>
              <a:ext uri="{FF2B5EF4-FFF2-40B4-BE49-F238E27FC236}">
                <a16:creationId xmlns:a16="http://schemas.microsoft.com/office/drawing/2014/main" id="{DDE42AEE-79B5-4BFA-BB91-A41E0BFD5A8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58441" y="4807286"/>
            <a:ext cx="1190625" cy="1434764"/>
          </a:xfrm>
          <a:prstGeom prst="rect">
            <a:avLst/>
          </a:prstGeom>
        </p:spPr>
      </p:pic>
      <p:pic>
        <p:nvPicPr>
          <p:cNvPr id="28" name="Grafik 27">
            <a:extLst>
              <a:ext uri="{FF2B5EF4-FFF2-40B4-BE49-F238E27FC236}">
                <a16:creationId xmlns:a16="http://schemas.microsoft.com/office/drawing/2014/main" id="{E1E0ACD9-BA31-4F81-9DD8-291F224612C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10977" y="3767638"/>
            <a:ext cx="1190625" cy="1631978"/>
          </a:xfrm>
          <a:prstGeom prst="rect">
            <a:avLst/>
          </a:prstGeom>
        </p:spPr>
      </p:pic>
      <p:pic>
        <p:nvPicPr>
          <p:cNvPr id="30" name="Grafik 29">
            <a:extLst>
              <a:ext uri="{FF2B5EF4-FFF2-40B4-BE49-F238E27FC236}">
                <a16:creationId xmlns:a16="http://schemas.microsoft.com/office/drawing/2014/main" id="{A608493B-A57B-4D04-B82C-4866D5C3A91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444199" y="3164638"/>
            <a:ext cx="1190625" cy="13491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96269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DEF4294-0CC8-49DE-B459-CB0299BA95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8198" y="316574"/>
            <a:ext cx="10498777" cy="1325563"/>
          </a:xfrm>
        </p:spPr>
        <p:txBody>
          <a:bodyPr/>
          <a:lstStyle/>
          <a:p>
            <a:r>
              <a:rPr lang="de-DE" dirty="0"/>
              <a:t>Sitzordnung KLF</a:t>
            </a:r>
          </a:p>
        </p:txBody>
      </p:sp>
      <p:grpSp>
        <p:nvGrpSpPr>
          <p:cNvPr id="18" name="Gruppieren 17">
            <a:extLst>
              <a:ext uri="{FF2B5EF4-FFF2-40B4-BE49-F238E27FC236}">
                <a16:creationId xmlns:a16="http://schemas.microsoft.com/office/drawing/2014/main" id="{F2BBEB7A-9144-4859-9991-72E5F0B75513}"/>
              </a:ext>
            </a:extLst>
          </p:cNvPr>
          <p:cNvGrpSpPr/>
          <p:nvPr/>
        </p:nvGrpSpPr>
        <p:grpSpPr>
          <a:xfrm>
            <a:off x="1140551" y="1576252"/>
            <a:ext cx="9164389" cy="3371132"/>
            <a:chOff x="1226520" y="1743432"/>
            <a:chExt cx="9164389" cy="3371132"/>
          </a:xfrm>
        </p:grpSpPr>
        <p:sp>
          <p:nvSpPr>
            <p:cNvPr id="4" name="Rechteck 3">
              <a:extLst>
                <a:ext uri="{FF2B5EF4-FFF2-40B4-BE49-F238E27FC236}">
                  <a16:creationId xmlns:a16="http://schemas.microsoft.com/office/drawing/2014/main" id="{CDA8D4D7-8293-4773-B86F-76A7FA4FD6EA}"/>
                </a:ext>
              </a:extLst>
            </p:cNvPr>
            <p:cNvSpPr/>
            <p:nvPr/>
          </p:nvSpPr>
          <p:spPr>
            <a:xfrm>
              <a:off x="1226520" y="1743433"/>
              <a:ext cx="9164389" cy="3371129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" name="Trapezoid 4">
              <a:extLst>
                <a:ext uri="{FF2B5EF4-FFF2-40B4-BE49-F238E27FC236}">
                  <a16:creationId xmlns:a16="http://schemas.microsoft.com/office/drawing/2014/main" id="{2E6DB351-4973-44A0-8D36-06C4B27EA42E}"/>
                </a:ext>
              </a:extLst>
            </p:cNvPr>
            <p:cNvSpPr/>
            <p:nvPr/>
          </p:nvSpPr>
          <p:spPr>
            <a:xfrm rot="16200000">
              <a:off x="705233" y="2278775"/>
              <a:ext cx="3371128" cy="2300450"/>
            </a:xfrm>
            <a:prstGeom prst="trapezoid">
              <a:avLst>
                <a:gd name="adj" fmla="val 32836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cxnSp>
          <p:nvCxnSpPr>
            <p:cNvPr id="7" name="Gerader Verbinder 6">
              <a:extLst>
                <a:ext uri="{FF2B5EF4-FFF2-40B4-BE49-F238E27FC236}">
                  <a16:creationId xmlns:a16="http://schemas.microsoft.com/office/drawing/2014/main" id="{45CAD0C1-65B2-4157-A135-C5096564B7E9}"/>
                </a:ext>
              </a:extLst>
            </p:cNvPr>
            <p:cNvCxnSpPr>
              <a:cxnSpLocks/>
            </p:cNvCxnSpPr>
            <p:nvPr/>
          </p:nvCxnSpPr>
          <p:spPr>
            <a:xfrm>
              <a:off x="4610676" y="1743432"/>
              <a:ext cx="0" cy="3371129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2" name="Gerader Verbinder 21">
              <a:extLst>
                <a:ext uri="{FF2B5EF4-FFF2-40B4-BE49-F238E27FC236}">
                  <a16:creationId xmlns:a16="http://schemas.microsoft.com/office/drawing/2014/main" id="{B0B63F45-1036-4BF1-842F-6B320AC88556}"/>
                </a:ext>
              </a:extLst>
            </p:cNvPr>
            <p:cNvCxnSpPr>
              <a:cxnSpLocks/>
            </p:cNvCxnSpPr>
            <p:nvPr/>
          </p:nvCxnSpPr>
          <p:spPr>
            <a:xfrm>
              <a:off x="5495284" y="1743432"/>
              <a:ext cx="0" cy="3371129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4" name="Gerader Verbinder 23">
              <a:extLst>
                <a:ext uri="{FF2B5EF4-FFF2-40B4-BE49-F238E27FC236}">
                  <a16:creationId xmlns:a16="http://schemas.microsoft.com/office/drawing/2014/main" id="{140A3562-5382-4BD4-B2C2-051522D4E300}"/>
                </a:ext>
              </a:extLst>
            </p:cNvPr>
            <p:cNvCxnSpPr>
              <a:cxnSpLocks/>
            </p:cNvCxnSpPr>
            <p:nvPr/>
          </p:nvCxnSpPr>
          <p:spPr>
            <a:xfrm>
              <a:off x="6339507" y="1743432"/>
              <a:ext cx="0" cy="3371129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2" name="Rechteck 11">
              <a:extLst>
                <a:ext uri="{FF2B5EF4-FFF2-40B4-BE49-F238E27FC236}">
                  <a16:creationId xmlns:a16="http://schemas.microsoft.com/office/drawing/2014/main" id="{D9CC65D1-E836-4DA2-A7DE-CC1819E966C9}"/>
                </a:ext>
              </a:extLst>
            </p:cNvPr>
            <p:cNvSpPr/>
            <p:nvPr/>
          </p:nvSpPr>
          <p:spPr>
            <a:xfrm>
              <a:off x="1240570" y="3270163"/>
              <a:ext cx="2286401" cy="317665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cxnSp>
          <p:nvCxnSpPr>
            <p:cNvPr id="16" name="Gerader Verbinder 15">
              <a:extLst>
                <a:ext uri="{FF2B5EF4-FFF2-40B4-BE49-F238E27FC236}">
                  <a16:creationId xmlns:a16="http://schemas.microsoft.com/office/drawing/2014/main" id="{5875923F-B31A-4644-8C20-EAE4F58591A8}"/>
                </a:ext>
              </a:extLst>
            </p:cNvPr>
            <p:cNvCxnSpPr/>
            <p:nvPr/>
          </p:nvCxnSpPr>
          <p:spPr>
            <a:xfrm>
              <a:off x="4660952" y="1743432"/>
              <a:ext cx="0" cy="3371129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0" name="Textfeld 19">
            <a:extLst>
              <a:ext uri="{FF2B5EF4-FFF2-40B4-BE49-F238E27FC236}">
                <a16:creationId xmlns:a16="http://schemas.microsoft.com/office/drawing/2014/main" id="{95A1A9FE-B588-4707-AF22-1AA3FE387BBD}"/>
              </a:ext>
            </a:extLst>
          </p:cNvPr>
          <p:cNvSpPr txBox="1"/>
          <p:nvPr/>
        </p:nvSpPr>
        <p:spPr>
          <a:xfrm>
            <a:off x="6704429" y="2211452"/>
            <a:ext cx="3036551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Sitzordnung in Fahrzeugen beim Ausrücken oder nach dem Kommando „Aufsitzen!“</a:t>
            </a:r>
          </a:p>
          <a:p>
            <a:endParaRPr lang="de-DE" dirty="0"/>
          </a:p>
          <a:p>
            <a:r>
              <a:rPr lang="de-DE" dirty="0"/>
              <a:t>Durch eine andere Anordnung der Atemschutzgeräte kann sich die Sitzordnung ändern.</a:t>
            </a:r>
          </a:p>
        </p:txBody>
      </p:sp>
      <p:pic>
        <p:nvPicPr>
          <p:cNvPr id="17" name="Grafik 16">
            <a:extLst>
              <a:ext uri="{FF2B5EF4-FFF2-40B4-BE49-F238E27FC236}">
                <a16:creationId xmlns:a16="http://schemas.microsoft.com/office/drawing/2014/main" id="{EDF4F1E1-511E-457E-A185-697E358E9B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5214" y="2381494"/>
            <a:ext cx="655821" cy="827839"/>
          </a:xfrm>
          <a:prstGeom prst="rect">
            <a:avLst/>
          </a:prstGeom>
        </p:spPr>
      </p:pic>
      <p:pic>
        <p:nvPicPr>
          <p:cNvPr id="29" name="Grafik 28">
            <a:extLst>
              <a:ext uri="{FF2B5EF4-FFF2-40B4-BE49-F238E27FC236}">
                <a16:creationId xmlns:a16="http://schemas.microsoft.com/office/drawing/2014/main" id="{5C33DA03-6E55-4B34-A737-894FED7D1E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73869" y="5714648"/>
            <a:ext cx="656892" cy="826778"/>
          </a:xfrm>
          <a:prstGeom prst="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501F33CA-A851-4868-88D2-E425BB370F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38843" y="1798063"/>
            <a:ext cx="668181" cy="826778"/>
          </a:xfrm>
          <a:prstGeom prst="rect">
            <a:avLst/>
          </a:prstGeom>
        </p:spPr>
      </p:pic>
      <p:pic>
        <p:nvPicPr>
          <p:cNvPr id="23" name="Grafik 22">
            <a:extLst>
              <a:ext uri="{FF2B5EF4-FFF2-40B4-BE49-F238E27FC236}">
                <a16:creationId xmlns:a16="http://schemas.microsoft.com/office/drawing/2014/main" id="{9F9B5F64-6CB7-4008-899F-2887FC94EB2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0166" y="4102424"/>
            <a:ext cx="678031" cy="819061"/>
          </a:xfrm>
          <a:prstGeom prst="rect">
            <a:avLst/>
          </a:prstGeom>
        </p:spPr>
      </p:pic>
      <p:pic>
        <p:nvPicPr>
          <p:cNvPr id="25" name="Grafik 24">
            <a:extLst>
              <a:ext uri="{FF2B5EF4-FFF2-40B4-BE49-F238E27FC236}">
                <a16:creationId xmlns:a16="http://schemas.microsoft.com/office/drawing/2014/main" id="{4D02FAB4-1A83-46B4-B0FA-4ABEBF801B0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54628" y="3227114"/>
            <a:ext cx="682551" cy="819061"/>
          </a:xfrm>
          <a:prstGeom prst="rect">
            <a:avLst/>
          </a:prstGeom>
        </p:spPr>
      </p:pic>
      <p:pic>
        <p:nvPicPr>
          <p:cNvPr id="15" name="Grafik 14">
            <a:extLst>
              <a:ext uri="{FF2B5EF4-FFF2-40B4-BE49-F238E27FC236}">
                <a16:creationId xmlns:a16="http://schemas.microsoft.com/office/drawing/2014/main" id="{8C234D61-1F3E-4127-91FE-62BCF77701E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82735" y="1562432"/>
            <a:ext cx="680778" cy="819061"/>
          </a:xfrm>
          <a:prstGeom prst="rect">
            <a:avLst/>
          </a:prstGeom>
        </p:spPr>
      </p:pic>
      <p:pic>
        <p:nvPicPr>
          <p:cNvPr id="21" name="Grafik 20">
            <a:extLst>
              <a:ext uri="{FF2B5EF4-FFF2-40B4-BE49-F238E27FC236}">
                <a16:creationId xmlns:a16="http://schemas.microsoft.com/office/drawing/2014/main" id="{4B6B55FF-1C11-45EE-9A8C-01EAC4DFA89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30761" y="3833246"/>
            <a:ext cx="684347" cy="819061"/>
          </a:xfrm>
          <a:prstGeom prst="rect">
            <a:avLst/>
          </a:prstGeom>
        </p:spPr>
      </p:pic>
      <p:pic>
        <p:nvPicPr>
          <p:cNvPr id="19" name="Grafik 18">
            <a:extLst>
              <a:ext uri="{FF2B5EF4-FFF2-40B4-BE49-F238E27FC236}">
                <a16:creationId xmlns:a16="http://schemas.microsoft.com/office/drawing/2014/main" id="{45F15E91-09A6-483B-9F39-137A5621026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95903" y="5664088"/>
            <a:ext cx="664665" cy="826778"/>
          </a:xfrm>
          <a:prstGeom prst="rect">
            <a:avLst/>
          </a:prstGeom>
        </p:spPr>
      </p:pic>
      <p:pic>
        <p:nvPicPr>
          <p:cNvPr id="27" name="Grafik 26">
            <a:extLst>
              <a:ext uri="{FF2B5EF4-FFF2-40B4-BE49-F238E27FC236}">
                <a16:creationId xmlns:a16="http://schemas.microsoft.com/office/drawing/2014/main" id="{B3026697-66D9-40C7-A8D4-93126694085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232809" y="5860712"/>
            <a:ext cx="684347" cy="827839"/>
          </a:xfrm>
          <a:prstGeom prst="rect">
            <a:avLst/>
          </a:prstGeom>
        </p:spPr>
      </p:pic>
      <p:pic>
        <p:nvPicPr>
          <p:cNvPr id="13" name="Grafik 12">
            <a:extLst>
              <a:ext uri="{FF2B5EF4-FFF2-40B4-BE49-F238E27FC236}">
                <a16:creationId xmlns:a16="http://schemas.microsoft.com/office/drawing/2014/main" id="{C2BA2F69-AE02-4F37-80C5-5F6C4CF574B1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722745" y="5712897"/>
            <a:ext cx="662483" cy="826778"/>
          </a:xfrm>
          <a:prstGeom prst="rect">
            <a:avLst/>
          </a:prstGeom>
        </p:spPr>
      </p:pic>
      <p:pic>
        <p:nvPicPr>
          <p:cNvPr id="31" name="Grafik 30">
            <a:extLst>
              <a:ext uri="{FF2B5EF4-FFF2-40B4-BE49-F238E27FC236}">
                <a16:creationId xmlns:a16="http://schemas.microsoft.com/office/drawing/2014/main" id="{2029C8B7-60A7-4BFA-8361-3C43C616E69D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33829" y="5689679"/>
            <a:ext cx="597554" cy="819061"/>
          </a:xfrm>
          <a:prstGeom prst="rect">
            <a:avLst/>
          </a:prstGeom>
        </p:spPr>
      </p:pic>
      <p:pic>
        <p:nvPicPr>
          <p:cNvPr id="30" name="Grafik 29">
            <a:extLst>
              <a:ext uri="{FF2B5EF4-FFF2-40B4-BE49-F238E27FC236}">
                <a16:creationId xmlns:a16="http://schemas.microsoft.com/office/drawing/2014/main" id="{9F43A9E8-E609-49FC-8EE7-A8143A9BD7FE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461241" y="5793002"/>
            <a:ext cx="684348" cy="8281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03191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844D5F3-8BD6-45FB-AD48-595AFCF7A5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27118"/>
            <a:ext cx="10515600" cy="1325563"/>
          </a:xfrm>
        </p:spPr>
        <p:txBody>
          <a:bodyPr/>
          <a:lstStyle/>
          <a:p>
            <a:r>
              <a:rPr lang="de-DE" dirty="0"/>
              <a:t>Antreteordnung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64B91D2E-6E55-4142-A44B-69EA8AA979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023" y="1881605"/>
            <a:ext cx="5621977" cy="3094790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8558621F-ADF5-4D4F-B971-55FF28B5AD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46525" y="1563224"/>
            <a:ext cx="655821" cy="827839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E9C94FF9-E45A-4957-AF5C-C7DF81C70F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18424" y="3873616"/>
            <a:ext cx="668181" cy="819061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5AF9ADD0-D8DE-4499-8E92-FA9C26A37BD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08574" y="2613824"/>
            <a:ext cx="678031" cy="819061"/>
          </a:xfrm>
          <a:prstGeom prst="rect">
            <a:avLst/>
          </a:prstGeom>
        </p:spPr>
      </p:pic>
      <p:pic>
        <p:nvPicPr>
          <p:cNvPr id="10" name="Grafik 9">
            <a:extLst>
              <a:ext uri="{FF2B5EF4-FFF2-40B4-BE49-F238E27FC236}">
                <a16:creationId xmlns:a16="http://schemas.microsoft.com/office/drawing/2014/main" id="{A8E25DCA-ADA8-4BBD-8D06-A34B2FA07E4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46639" y="2609939"/>
            <a:ext cx="682551" cy="819061"/>
          </a:xfrm>
          <a:prstGeom prst="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854A880B-5A92-442C-921A-EF528FE63FB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88710" y="1563224"/>
            <a:ext cx="680778" cy="819061"/>
          </a:xfrm>
          <a:prstGeom prst="rect">
            <a:avLst/>
          </a:prstGeom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BCA2AC35-5FE2-49A1-9523-50D272E1951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44662" y="2600524"/>
            <a:ext cx="684347" cy="819061"/>
          </a:xfrm>
          <a:prstGeom prst="rect">
            <a:avLst/>
          </a:prstGeom>
        </p:spPr>
      </p:pic>
      <p:pic>
        <p:nvPicPr>
          <p:cNvPr id="13" name="Grafik 12">
            <a:extLst>
              <a:ext uri="{FF2B5EF4-FFF2-40B4-BE49-F238E27FC236}">
                <a16:creationId xmlns:a16="http://schemas.microsoft.com/office/drawing/2014/main" id="{22724B45-DB0E-477E-BB9B-09B280B2E97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779383" y="1564285"/>
            <a:ext cx="664665" cy="826778"/>
          </a:xfrm>
          <a:prstGeom prst="rect">
            <a:avLst/>
          </a:prstGeom>
        </p:spPr>
      </p:pic>
      <p:pic>
        <p:nvPicPr>
          <p:cNvPr id="14" name="Grafik 13">
            <a:extLst>
              <a:ext uri="{FF2B5EF4-FFF2-40B4-BE49-F238E27FC236}">
                <a16:creationId xmlns:a16="http://schemas.microsoft.com/office/drawing/2014/main" id="{CF756381-4C00-4CB8-848B-76D2869EEE8E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779383" y="2601161"/>
            <a:ext cx="684347" cy="827839"/>
          </a:xfrm>
          <a:prstGeom prst="rect">
            <a:avLst/>
          </a:prstGeom>
        </p:spPr>
      </p:pic>
      <p:pic>
        <p:nvPicPr>
          <p:cNvPr id="15" name="Grafik 14">
            <a:extLst>
              <a:ext uri="{FF2B5EF4-FFF2-40B4-BE49-F238E27FC236}">
                <a16:creationId xmlns:a16="http://schemas.microsoft.com/office/drawing/2014/main" id="{EEE57D7A-CEE0-46E4-958A-ECDFEE9883EA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055595" y="1580647"/>
            <a:ext cx="662483" cy="826778"/>
          </a:xfrm>
          <a:prstGeom prst="rect">
            <a:avLst/>
          </a:prstGeom>
        </p:spPr>
      </p:pic>
      <p:sp>
        <p:nvSpPr>
          <p:cNvPr id="18" name="Textfeld 17">
            <a:extLst>
              <a:ext uri="{FF2B5EF4-FFF2-40B4-BE49-F238E27FC236}">
                <a16:creationId xmlns:a16="http://schemas.microsoft.com/office/drawing/2014/main" id="{ECF01748-545C-4678-A835-4AFF02E54437}"/>
              </a:ext>
            </a:extLst>
          </p:cNvPr>
          <p:cNvSpPr txBox="1"/>
          <p:nvPr/>
        </p:nvSpPr>
        <p:spPr>
          <a:xfrm>
            <a:off x="838200" y="5356191"/>
            <a:ext cx="550811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Antreteordnung nach den Kommandos „Absitzen!“ und „Gefahr – Alle sofort zurück!“</a:t>
            </a:r>
          </a:p>
          <a:p>
            <a:r>
              <a:rPr lang="de-DE" dirty="0"/>
              <a:t>Die Stelle bestimmt der Einheitsführer.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C06FFA4B-A60E-FAA3-9753-AF8927D9068C}"/>
              </a:ext>
            </a:extLst>
          </p:cNvPr>
          <p:cNvSpPr txBox="1"/>
          <p:nvPr/>
        </p:nvSpPr>
        <p:spPr>
          <a:xfrm>
            <a:off x="5315419" y="4887807"/>
            <a:ext cx="37962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Merkspruch AWS: Alle Wollen Spritzen</a:t>
            </a:r>
          </a:p>
        </p:txBody>
      </p:sp>
    </p:spTree>
    <p:extLst>
      <p:ext uri="{BB962C8B-B14F-4D97-AF65-F5344CB8AC3E}">
        <p14:creationId xmlns:p14="http://schemas.microsoft.com/office/powerpoint/2010/main" val="13330276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1C764C5-6B06-4A2E-8E7F-EB4BE6E2F3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Aufgaben des Einheitsführers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136E95C-5A9E-4B12-976C-FDEFF527E7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Führt seine taktische Einheit.</a:t>
            </a:r>
          </a:p>
          <a:p>
            <a:pPr marL="0" indent="0">
              <a:buNone/>
            </a:pPr>
            <a:endParaRPr lang="de-DE" dirty="0"/>
          </a:p>
          <a:p>
            <a:r>
              <a:rPr lang="de-DE" dirty="0"/>
              <a:t>Ist für die Sicherheit der Mannschaft verantwortlich.</a:t>
            </a:r>
          </a:p>
          <a:p>
            <a:pPr marL="0" indent="0">
              <a:buNone/>
            </a:pPr>
            <a:endParaRPr lang="de-DE" dirty="0"/>
          </a:p>
          <a:p>
            <a:r>
              <a:rPr lang="de-DE" dirty="0"/>
              <a:t>Bestimmt Fahrzeugaufstellung.</a:t>
            </a:r>
          </a:p>
          <a:p>
            <a:endParaRPr lang="de-DE" dirty="0"/>
          </a:p>
          <a:p>
            <a:r>
              <a:rPr lang="de-DE" dirty="0"/>
              <a:t>Ist an keinen bestimmten Platz gebunden.</a:t>
            </a:r>
          </a:p>
        </p:txBody>
      </p:sp>
    </p:spTree>
    <p:extLst>
      <p:ext uri="{BB962C8B-B14F-4D97-AF65-F5344CB8AC3E}">
        <p14:creationId xmlns:p14="http://schemas.microsoft.com/office/powerpoint/2010/main" val="39551380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ED24259-4EF2-43F7-85B6-5F54397ACA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Aufgaben des Maschinisten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935D61D-1ED1-4DD7-875B-87498D5CDF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b="1" dirty="0"/>
              <a:t>fährt</a:t>
            </a:r>
            <a:r>
              <a:rPr lang="de-DE" dirty="0"/>
              <a:t> und bedient </a:t>
            </a:r>
            <a:r>
              <a:rPr lang="de-DE" b="1" dirty="0"/>
              <a:t>Pumpe</a:t>
            </a:r>
            <a:r>
              <a:rPr lang="de-DE" dirty="0"/>
              <a:t> sowie </a:t>
            </a:r>
            <a:r>
              <a:rPr lang="de-DE" b="1" dirty="0"/>
              <a:t>Aggregate</a:t>
            </a:r>
            <a:r>
              <a:rPr lang="de-DE" dirty="0"/>
              <a:t>.</a:t>
            </a:r>
          </a:p>
          <a:p>
            <a:pPr marL="0" indent="0">
              <a:buNone/>
            </a:pPr>
            <a:endParaRPr lang="de-DE" dirty="0"/>
          </a:p>
          <a:p>
            <a:r>
              <a:rPr lang="de-DE" dirty="0"/>
              <a:t>Sichert Einsatzstelle mit Warnblinker, Fahrlicht und Blinklicht.</a:t>
            </a:r>
          </a:p>
          <a:p>
            <a:pPr marL="0" indent="0">
              <a:buNone/>
            </a:pPr>
            <a:endParaRPr lang="de-DE" dirty="0"/>
          </a:p>
          <a:p>
            <a:r>
              <a:rPr lang="de-DE" dirty="0"/>
              <a:t>Unterstützt</a:t>
            </a:r>
          </a:p>
          <a:p>
            <a:pPr lvl="1"/>
            <a:r>
              <a:rPr lang="de-DE" dirty="0"/>
              <a:t>bei </a:t>
            </a:r>
            <a:r>
              <a:rPr lang="de-DE" b="1" dirty="0"/>
              <a:t>Entnahme der Geräte </a:t>
            </a:r>
            <a:r>
              <a:rPr lang="de-DE" dirty="0"/>
              <a:t>und meldet Mängel.</a:t>
            </a:r>
          </a:p>
          <a:p>
            <a:pPr lvl="1"/>
            <a:r>
              <a:rPr lang="de-DE" dirty="0"/>
              <a:t>beim Aufbau der </a:t>
            </a:r>
            <a:r>
              <a:rPr lang="de-DE" b="1" dirty="0"/>
              <a:t>Wasserversorgung</a:t>
            </a:r>
            <a:r>
              <a:rPr lang="de-DE" dirty="0"/>
              <a:t>.</a:t>
            </a:r>
          </a:p>
          <a:p>
            <a:pPr lvl="1"/>
            <a:r>
              <a:rPr lang="de-DE" dirty="0"/>
              <a:t>auf Befehl bei der </a:t>
            </a:r>
            <a:r>
              <a:rPr lang="de-DE" b="1" dirty="0"/>
              <a:t>Atemschutzüberwachung</a:t>
            </a:r>
            <a:r>
              <a:rPr lang="de-DE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4800482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B517ACC-E358-4224-9764-4A13D4AC42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Aufgaben des Melders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A312F20-5ABE-4FE8-9B47-EE8FED45BB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Übernimmt </a:t>
            </a:r>
            <a:r>
              <a:rPr lang="de-DE" b="1" dirty="0"/>
              <a:t>befohlene Aufgaben </a:t>
            </a:r>
            <a:r>
              <a:rPr lang="de-DE" dirty="0"/>
              <a:t>(2. Einheitsführer).</a:t>
            </a:r>
          </a:p>
          <a:p>
            <a:pPr marL="0" indent="0">
              <a:buNone/>
            </a:pPr>
            <a:endParaRPr lang="de-DE" dirty="0"/>
          </a:p>
          <a:p>
            <a:r>
              <a:rPr lang="de-DE" dirty="0"/>
              <a:t>Beispiele:</a:t>
            </a:r>
          </a:p>
          <a:p>
            <a:pPr lvl="1"/>
            <a:r>
              <a:rPr lang="de-DE" b="1" dirty="0"/>
              <a:t>Lagefeststellung</a:t>
            </a:r>
          </a:p>
          <a:p>
            <a:pPr lvl="1"/>
            <a:r>
              <a:rPr lang="de-DE" dirty="0"/>
              <a:t>Steckleiter</a:t>
            </a:r>
          </a:p>
          <a:p>
            <a:pPr lvl="1"/>
            <a:r>
              <a:rPr lang="de-DE" dirty="0"/>
              <a:t>Betreuen von Personen</a:t>
            </a:r>
          </a:p>
          <a:p>
            <a:pPr lvl="1"/>
            <a:r>
              <a:rPr lang="de-DE" dirty="0"/>
              <a:t>Informationsübertragung</a:t>
            </a:r>
          </a:p>
        </p:txBody>
      </p:sp>
    </p:spTree>
    <p:extLst>
      <p:ext uri="{BB962C8B-B14F-4D97-AF65-F5344CB8AC3E}">
        <p14:creationId xmlns:p14="http://schemas.microsoft.com/office/powerpoint/2010/main" val="39718130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C529745-A6B5-4C27-8E0C-8DECC0445D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Aufgaben des Angriffstrupps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71B4ED6-04E1-4943-9672-EAA23355DD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b="1" dirty="0"/>
              <a:t>rettet;</a:t>
            </a:r>
          </a:p>
          <a:p>
            <a:pPr marL="0" indent="0">
              <a:buNone/>
            </a:pPr>
            <a:endParaRPr lang="de-DE" b="1" dirty="0"/>
          </a:p>
          <a:p>
            <a:r>
              <a:rPr lang="de-DE" dirty="0"/>
              <a:t>Nimmt </a:t>
            </a:r>
            <a:r>
              <a:rPr lang="de-DE" b="1" dirty="0"/>
              <a:t>erstes</a:t>
            </a:r>
            <a:r>
              <a:rPr lang="de-DE" dirty="0"/>
              <a:t> einzusetzendes </a:t>
            </a:r>
            <a:r>
              <a:rPr lang="de-DE" b="1" dirty="0"/>
              <a:t>Strahlrohr</a:t>
            </a:r>
            <a:r>
              <a:rPr lang="de-DE" dirty="0"/>
              <a:t> vor.</a:t>
            </a:r>
          </a:p>
          <a:p>
            <a:pPr marL="0" indent="0">
              <a:buNone/>
            </a:pPr>
            <a:endParaRPr lang="de-DE" dirty="0"/>
          </a:p>
          <a:p>
            <a:r>
              <a:rPr lang="de-DE" dirty="0"/>
              <a:t>Setzt den </a:t>
            </a:r>
            <a:r>
              <a:rPr lang="de-DE" b="1" dirty="0"/>
              <a:t>Verteiler</a:t>
            </a:r>
            <a:r>
              <a:rPr lang="de-DE" dirty="0"/>
              <a:t>.</a:t>
            </a:r>
          </a:p>
          <a:p>
            <a:pPr marL="0" indent="0">
              <a:buNone/>
            </a:pPr>
            <a:endParaRPr lang="de-DE" dirty="0"/>
          </a:p>
          <a:p>
            <a:r>
              <a:rPr lang="de-DE" dirty="0"/>
              <a:t>Verlegt </a:t>
            </a:r>
            <a:r>
              <a:rPr lang="de-DE" b="1" dirty="0"/>
              <a:t>Schlauchleitung</a:t>
            </a:r>
            <a:r>
              <a:rPr lang="de-DE" dirty="0"/>
              <a:t> sofern kein Schlauchtrupp zur Unterstützung bereit steht.</a:t>
            </a: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5408818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1A056F0-D80E-4D4B-9902-50D92D2DAC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Aufgaben des Wassertrupps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C34973D-17D8-42CE-A3C8-19B27C0E1D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b="1" dirty="0"/>
              <a:t>rettet;</a:t>
            </a:r>
          </a:p>
          <a:p>
            <a:pPr marL="0" indent="0">
              <a:buNone/>
            </a:pPr>
            <a:endParaRPr lang="de-DE" dirty="0"/>
          </a:p>
          <a:p>
            <a:r>
              <a:rPr lang="de-DE" dirty="0"/>
              <a:t>Stellt die </a:t>
            </a:r>
            <a:r>
              <a:rPr lang="de-DE" b="1" dirty="0"/>
              <a:t>Wasserversorgung</a:t>
            </a:r>
            <a:r>
              <a:rPr lang="de-DE" dirty="0"/>
              <a:t> her</a:t>
            </a:r>
          </a:p>
          <a:p>
            <a:pPr lvl="1"/>
            <a:r>
              <a:rPr lang="de-DE" dirty="0"/>
              <a:t>vom </a:t>
            </a:r>
            <a:r>
              <a:rPr lang="de-DE" b="1" dirty="0"/>
              <a:t>Löschfahrzeug zum Verteiler</a:t>
            </a:r>
            <a:r>
              <a:rPr lang="de-DE" dirty="0"/>
              <a:t>.</a:t>
            </a:r>
          </a:p>
          <a:p>
            <a:pPr lvl="1"/>
            <a:r>
              <a:rPr lang="de-DE" dirty="0"/>
              <a:t>zwischen </a:t>
            </a:r>
            <a:r>
              <a:rPr lang="de-DE" b="1" dirty="0"/>
              <a:t>Löschfahrzeug und Wasserentnahmestelle</a:t>
            </a:r>
            <a:r>
              <a:rPr lang="de-DE" dirty="0"/>
              <a:t>.</a:t>
            </a:r>
          </a:p>
          <a:p>
            <a:pPr marL="457200" lvl="1" indent="0">
              <a:buNone/>
            </a:pPr>
            <a:endParaRPr lang="de-DE" dirty="0"/>
          </a:p>
          <a:p>
            <a:r>
              <a:rPr lang="de-DE" dirty="0"/>
              <a:t>Bringt auf Befehl </a:t>
            </a:r>
            <a:r>
              <a:rPr lang="de-DE" b="1" dirty="0"/>
              <a:t>tragbare Leitern</a:t>
            </a:r>
            <a:r>
              <a:rPr lang="de-DE" dirty="0"/>
              <a:t> in Stellung</a:t>
            </a:r>
          </a:p>
          <a:p>
            <a:pPr marL="0" indent="0">
              <a:buNone/>
            </a:pPr>
            <a:endParaRPr lang="de-DE" dirty="0"/>
          </a:p>
          <a:p>
            <a:r>
              <a:rPr lang="de-DE" dirty="0"/>
              <a:t>Wird </a:t>
            </a:r>
            <a:r>
              <a:rPr lang="de-DE" b="1" dirty="0"/>
              <a:t>Sicherheitstrupp</a:t>
            </a:r>
            <a:r>
              <a:rPr lang="de-DE" dirty="0"/>
              <a:t> oder übernimmt weitere Aufgaben</a:t>
            </a:r>
          </a:p>
        </p:txBody>
      </p:sp>
    </p:spTree>
    <p:extLst>
      <p:ext uri="{BB962C8B-B14F-4D97-AF65-F5344CB8AC3E}">
        <p14:creationId xmlns:p14="http://schemas.microsoft.com/office/powerpoint/2010/main" val="41376370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39DF962-6476-479A-BC73-0D4C7CA3C6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Aufgaben des Schlauchtrupps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58300D0-51A7-4365-A253-BB4A427DC9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728366" cy="4575175"/>
          </a:xfrm>
        </p:spPr>
        <p:txBody>
          <a:bodyPr>
            <a:normAutofit lnSpcReduction="10000"/>
          </a:bodyPr>
          <a:lstStyle/>
          <a:p>
            <a:r>
              <a:rPr lang="de-DE" b="1" dirty="0"/>
              <a:t>rettet;</a:t>
            </a:r>
          </a:p>
          <a:p>
            <a:pPr marL="0" indent="0">
              <a:buNone/>
            </a:pPr>
            <a:endParaRPr lang="de-DE" dirty="0"/>
          </a:p>
          <a:p>
            <a:r>
              <a:rPr lang="de-DE" dirty="0"/>
              <a:t>Stellt Wasserversorgung  zwischen Strahlrohr und Verteiler her.</a:t>
            </a:r>
          </a:p>
          <a:p>
            <a:pPr marL="0" indent="0">
              <a:buNone/>
            </a:pPr>
            <a:endParaRPr lang="de-DE" dirty="0"/>
          </a:p>
          <a:p>
            <a:r>
              <a:rPr lang="de-DE" dirty="0"/>
              <a:t>Bringt auf Befehl </a:t>
            </a:r>
            <a:r>
              <a:rPr lang="de-DE" b="1" dirty="0"/>
              <a:t>tragbare Leitern</a:t>
            </a:r>
            <a:r>
              <a:rPr lang="de-DE" dirty="0"/>
              <a:t> in Stellung</a:t>
            </a:r>
          </a:p>
          <a:p>
            <a:pPr marL="0" indent="0">
              <a:buNone/>
            </a:pPr>
            <a:endParaRPr lang="de-DE" dirty="0"/>
          </a:p>
          <a:p>
            <a:r>
              <a:rPr lang="de-DE" dirty="0"/>
              <a:t>Übernimmt weitere Aufgaben. Beispielsweise:</a:t>
            </a:r>
          </a:p>
          <a:p>
            <a:pPr lvl="1"/>
            <a:r>
              <a:rPr lang="de-DE" dirty="0"/>
              <a:t>Bedient Verteiler</a:t>
            </a:r>
          </a:p>
          <a:p>
            <a:pPr lvl="1"/>
            <a:r>
              <a:rPr lang="de-DE" dirty="0"/>
              <a:t>Bringt Geräte zum Einsatz (Sprungpolster, Beleuchtungsgeräte Be- und Entlüftungsgerät)</a:t>
            </a:r>
          </a:p>
          <a:p>
            <a:pPr lvl="1"/>
            <a:endParaRPr lang="de-DE" dirty="0"/>
          </a:p>
          <a:p>
            <a:endParaRPr lang="de-DE" dirty="0"/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1732792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D001B30-3825-4153-8A90-20D014F8CB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Retten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103730B-1CC9-42D1-B5B1-7BA44E9318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752117" cy="4351338"/>
          </a:xfrm>
        </p:spPr>
        <p:txBody>
          <a:bodyPr/>
          <a:lstStyle/>
          <a:p>
            <a:r>
              <a:rPr lang="de-DE" dirty="0"/>
              <a:t>Ist das </a:t>
            </a:r>
            <a:r>
              <a:rPr lang="de-DE" b="1" dirty="0"/>
              <a:t>Abwenden einer Gefahr</a:t>
            </a:r>
            <a:r>
              <a:rPr lang="de-DE" dirty="0"/>
              <a:t> von Menschen und Tieren durch</a:t>
            </a:r>
          </a:p>
          <a:p>
            <a:pPr marL="0" indent="0">
              <a:buNone/>
            </a:pPr>
            <a:endParaRPr lang="de-DE" dirty="0"/>
          </a:p>
          <a:p>
            <a:pPr lvl="1"/>
            <a:r>
              <a:rPr lang="de-DE" b="1" dirty="0"/>
              <a:t>Lebensrettende Sofortmaßnahmen</a:t>
            </a:r>
            <a:r>
              <a:rPr lang="de-DE" dirty="0"/>
              <a:t> zur Erhaltung oder Wiederherstellung von</a:t>
            </a:r>
          </a:p>
          <a:p>
            <a:pPr lvl="2"/>
            <a:r>
              <a:rPr lang="de-DE" dirty="0"/>
              <a:t>Atmung</a:t>
            </a:r>
          </a:p>
          <a:p>
            <a:pPr lvl="2"/>
            <a:r>
              <a:rPr lang="de-DE" dirty="0"/>
              <a:t>Kreislauf</a:t>
            </a:r>
          </a:p>
          <a:p>
            <a:pPr lvl="2"/>
            <a:r>
              <a:rPr lang="de-DE" dirty="0"/>
              <a:t>Herztätigkeit</a:t>
            </a:r>
          </a:p>
          <a:p>
            <a:pPr marL="914400" lvl="2" indent="0">
              <a:buNone/>
            </a:pPr>
            <a:endParaRPr lang="de-DE" dirty="0"/>
          </a:p>
          <a:p>
            <a:pPr lvl="1"/>
            <a:r>
              <a:rPr lang="de-DE" b="1" dirty="0"/>
              <a:t>Befreien</a:t>
            </a:r>
            <a:r>
              <a:rPr lang="de-DE" dirty="0"/>
              <a:t> aus einer lebens- oder gesundheitsgefährdeten Zwangslage</a:t>
            </a:r>
          </a:p>
        </p:txBody>
      </p:sp>
    </p:spTree>
    <p:extLst>
      <p:ext uri="{BB962C8B-B14F-4D97-AF65-F5344CB8AC3E}">
        <p14:creationId xmlns:p14="http://schemas.microsoft.com/office/powerpoint/2010/main" val="11685981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E99A8C8-47E8-4F5A-A8C4-F0E6705C1D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Einsatz mit Bereitstellung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F75E6B9-ADD1-4631-8F81-CF8B3D243F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de-DE" dirty="0"/>
              <a:t>Einheitsführer bestimmt Fahrzeugaufstellung und erkundet.</a:t>
            </a:r>
          </a:p>
          <a:p>
            <a:r>
              <a:rPr lang="de-DE" dirty="0"/>
              <a:t>Befehl nach Lageschilderung:</a:t>
            </a:r>
          </a:p>
          <a:p>
            <a:pPr lvl="1"/>
            <a:r>
              <a:rPr lang="de-DE" dirty="0"/>
              <a:t>Wasserentnahmestelle</a:t>
            </a:r>
          </a:p>
          <a:p>
            <a:pPr lvl="1"/>
            <a:r>
              <a:rPr lang="de-DE" dirty="0"/>
              <a:t>Lage des Verteilers</a:t>
            </a:r>
          </a:p>
          <a:p>
            <a:pPr lvl="1"/>
            <a:endParaRPr lang="de-DE" dirty="0"/>
          </a:p>
          <a:p>
            <a:pPr lvl="1"/>
            <a:endParaRPr lang="de-DE" dirty="0"/>
          </a:p>
          <a:p>
            <a:pPr lvl="1"/>
            <a:endParaRPr lang="de-DE" dirty="0"/>
          </a:p>
          <a:p>
            <a:pPr lvl="1"/>
            <a:endParaRPr lang="de-DE" dirty="0"/>
          </a:p>
          <a:p>
            <a:r>
              <a:rPr lang="de-DE" dirty="0"/>
              <a:t>Aufbau der Wasserversorgung bis zum Verteiler.</a:t>
            </a:r>
          </a:p>
          <a:p>
            <a:r>
              <a:rPr lang="de-DE" dirty="0"/>
              <a:t>Aufstellung am Verteiler.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6B5274E0-23F9-4132-830B-9620A54B05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6824" y="2384306"/>
            <a:ext cx="2705100" cy="243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61387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707366A-BF73-4EC7-9700-AA08972037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Einsatz ohne Bereitstellung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A295F31-81EA-44AA-95FA-5D0BCE3695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Nur wenn ausreichende Informationen vorliegen.</a:t>
            </a:r>
          </a:p>
          <a:p>
            <a:r>
              <a:rPr lang="de-DE" dirty="0"/>
              <a:t>Befehl nach Lageschilderung:</a:t>
            </a:r>
          </a:p>
          <a:p>
            <a:pPr lvl="1"/>
            <a:r>
              <a:rPr lang="de-DE" dirty="0"/>
              <a:t>Wasserentnahmestelle</a:t>
            </a:r>
          </a:p>
          <a:p>
            <a:pPr lvl="1"/>
            <a:r>
              <a:rPr lang="de-DE" dirty="0"/>
              <a:t>Lage des Verteilers</a:t>
            </a:r>
          </a:p>
          <a:p>
            <a:pPr lvl="1"/>
            <a:r>
              <a:rPr lang="de-DE" dirty="0"/>
              <a:t>Einheit</a:t>
            </a:r>
          </a:p>
          <a:p>
            <a:pPr lvl="1"/>
            <a:r>
              <a:rPr lang="de-DE" dirty="0"/>
              <a:t>Auftrag</a:t>
            </a:r>
          </a:p>
          <a:p>
            <a:pPr lvl="1"/>
            <a:r>
              <a:rPr lang="de-DE" dirty="0"/>
              <a:t>Mittel</a:t>
            </a:r>
          </a:p>
          <a:p>
            <a:pPr lvl="1"/>
            <a:r>
              <a:rPr lang="de-DE" dirty="0"/>
              <a:t>Ziel</a:t>
            </a:r>
          </a:p>
          <a:p>
            <a:pPr lvl="1"/>
            <a:r>
              <a:rPr lang="de-DE" dirty="0"/>
              <a:t>Weg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2CB6F630-62D7-4352-AA1F-671FA8B433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3400" y="2377075"/>
            <a:ext cx="4293839" cy="3661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28026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385</Words>
  <Application>Microsoft Macintosh PowerPoint</Application>
  <PresentationFormat>Breitbild</PresentationFormat>
  <Paragraphs>114</Paragraphs>
  <Slides>16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16</vt:i4>
      </vt:variant>
    </vt:vector>
  </HeadingPairs>
  <TitlesOfParts>
    <vt:vector size="21" baseType="lpstr">
      <vt:lpstr>Meiryo</vt:lpstr>
      <vt:lpstr>Arial</vt:lpstr>
      <vt:lpstr>Calibri</vt:lpstr>
      <vt:lpstr>Calibri Light</vt:lpstr>
      <vt:lpstr>Office</vt:lpstr>
      <vt:lpstr>Feuerwehr-Dienstvorschrift 3</vt:lpstr>
      <vt:lpstr>Taktische Einheit</vt:lpstr>
      <vt:lpstr>Selbstständiger Trupp</vt:lpstr>
      <vt:lpstr>Staffel</vt:lpstr>
      <vt:lpstr>Gruppe</vt:lpstr>
      <vt:lpstr>Sitzordnung KLF</vt:lpstr>
      <vt:lpstr>Antreteordnung</vt:lpstr>
      <vt:lpstr>Aufgaben des Einheitsführers</vt:lpstr>
      <vt:lpstr>Aufgaben des Maschinisten</vt:lpstr>
      <vt:lpstr>Aufgaben des Melders</vt:lpstr>
      <vt:lpstr>Aufgaben des Angriffstrupps</vt:lpstr>
      <vt:lpstr>Aufgaben des Wassertrupps</vt:lpstr>
      <vt:lpstr>Aufgaben des Schlauchtrupps</vt:lpstr>
      <vt:lpstr>Retten</vt:lpstr>
      <vt:lpstr>Einsatz mit Bereitstellung</vt:lpstr>
      <vt:lpstr>Einsatz ohne Bereitstellung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Feuerwehr-Dienstvorschrift 3</dc:title>
  <dc:creator>Julian Veerkamp</dc:creator>
  <cp:lastModifiedBy>Julian Veerkamp</cp:lastModifiedBy>
  <cp:revision>36</cp:revision>
  <dcterms:created xsi:type="dcterms:W3CDTF">2021-04-23T13:39:59Z</dcterms:created>
  <dcterms:modified xsi:type="dcterms:W3CDTF">2026-08-28T18:33:49Z</dcterms:modified>
</cp:coreProperties>
</file>